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2F364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F364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28700" y="8997950"/>
            <a:ext cx="2515235" cy="260350"/>
          </a:xfrm>
          <a:custGeom>
            <a:avLst/>
            <a:gdLst/>
            <a:ahLst/>
            <a:cxnLst/>
            <a:rect l="l" t="t" r="r" b="b"/>
            <a:pathLst>
              <a:path w="2515235" h="260350">
                <a:moveTo>
                  <a:pt x="2515021" y="260350"/>
                </a:moveTo>
                <a:lnTo>
                  <a:pt x="0" y="260350"/>
                </a:lnTo>
                <a:lnTo>
                  <a:pt x="0" y="0"/>
                </a:lnTo>
                <a:lnTo>
                  <a:pt x="2515021" y="0"/>
                </a:lnTo>
                <a:lnTo>
                  <a:pt x="2515021" y="260350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267950" y="806449"/>
            <a:ext cx="6295390" cy="8674100"/>
          </a:xfrm>
          <a:custGeom>
            <a:avLst/>
            <a:gdLst/>
            <a:ahLst/>
            <a:cxnLst/>
            <a:rect l="l" t="t" r="r" b="b"/>
            <a:pathLst>
              <a:path w="6295390" h="8674100">
                <a:moveTo>
                  <a:pt x="5809110" y="8674100"/>
                </a:moveTo>
                <a:lnTo>
                  <a:pt x="485775" y="8674100"/>
                </a:lnTo>
                <a:lnTo>
                  <a:pt x="437762" y="8671722"/>
                </a:lnTo>
                <a:lnTo>
                  <a:pt x="390562" y="8664679"/>
                </a:lnTo>
                <a:lnTo>
                  <a:pt x="344494" y="8653102"/>
                </a:lnTo>
                <a:lnTo>
                  <a:pt x="299877" y="8637122"/>
                </a:lnTo>
                <a:lnTo>
                  <a:pt x="257028" y="8616872"/>
                </a:lnTo>
                <a:lnTo>
                  <a:pt x="216266" y="8592483"/>
                </a:lnTo>
                <a:lnTo>
                  <a:pt x="177911" y="8564089"/>
                </a:lnTo>
                <a:lnTo>
                  <a:pt x="142280" y="8531819"/>
                </a:lnTo>
                <a:lnTo>
                  <a:pt x="110010" y="8496188"/>
                </a:lnTo>
                <a:lnTo>
                  <a:pt x="81616" y="8457833"/>
                </a:lnTo>
                <a:lnTo>
                  <a:pt x="57227" y="8417072"/>
                </a:lnTo>
                <a:lnTo>
                  <a:pt x="36977" y="8374223"/>
                </a:lnTo>
                <a:lnTo>
                  <a:pt x="20997" y="8329605"/>
                </a:lnTo>
                <a:lnTo>
                  <a:pt x="9420" y="8283537"/>
                </a:lnTo>
                <a:lnTo>
                  <a:pt x="2377" y="8236338"/>
                </a:lnTo>
                <a:lnTo>
                  <a:pt x="0" y="8188325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5809110" y="0"/>
                </a:lnTo>
                <a:lnTo>
                  <a:pt x="5857122" y="2377"/>
                </a:lnTo>
                <a:lnTo>
                  <a:pt x="5904322" y="9420"/>
                </a:lnTo>
                <a:lnTo>
                  <a:pt x="5950389" y="20997"/>
                </a:lnTo>
                <a:lnTo>
                  <a:pt x="5995007" y="36977"/>
                </a:lnTo>
                <a:lnTo>
                  <a:pt x="6037856" y="57227"/>
                </a:lnTo>
                <a:lnTo>
                  <a:pt x="6078617" y="81615"/>
                </a:lnTo>
                <a:lnTo>
                  <a:pt x="6116972" y="110010"/>
                </a:lnTo>
                <a:lnTo>
                  <a:pt x="6152604" y="142280"/>
                </a:lnTo>
                <a:lnTo>
                  <a:pt x="6184873" y="177911"/>
                </a:lnTo>
                <a:lnTo>
                  <a:pt x="6213268" y="216266"/>
                </a:lnTo>
                <a:lnTo>
                  <a:pt x="6237657" y="257028"/>
                </a:lnTo>
                <a:lnTo>
                  <a:pt x="6257907" y="299877"/>
                </a:lnTo>
                <a:lnTo>
                  <a:pt x="6273887" y="344494"/>
                </a:lnTo>
                <a:lnTo>
                  <a:pt x="6285464" y="390562"/>
                </a:lnTo>
                <a:lnTo>
                  <a:pt x="6292508" y="437762"/>
                </a:lnTo>
                <a:lnTo>
                  <a:pt x="6294885" y="485775"/>
                </a:lnTo>
                <a:lnTo>
                  <a:pt x="6294885" y="8188325"/>
                </a:lnTo>
                <a:lnTo>
                  <a:pt x="6292508" y="8236338"/>
                </a:lnTo>
                <a:lnTo>
                  <a:pt x="6285464" y="8283537"/>
                </a:lnTo>
                <a:lnTo>
                  <a:pt x="6273887" y="8329605"/>
                </a:lnTo>
                <a:lnTo>
                  <a:pt x="6257907" y="8374223"/>
                </a:lnTo>
                <a:lnTo>
                  <a:pt x="6237657" y="8417072"/>
                </a:lnTo>
                <a:lnTo>
                  <a:pt x="6213268" y="8457833"/>
                </a:lnTo>
                <a:lnTo>
                  <a:pt x="6184873" y="8496188"/>
                </a:lnTo>
                <a:lnTo>
                  <a:pt x="6152604" y="8531819"/>
                </a:lnTo>
                <a:lnTo>
                  <a:pt x="6116972" y="8564089"/>
                </a:lnTo>
                <a:lnTo>
                  <a:pt x="6078617" y="8592483"/>
                </a:lnTo>
                <a:lnTo>
                  <a:pt x="6037856" y="8616872"/>
                </a:lnTo>
                <a:lnTo>
                  <a:pt x="5995007" y="8637122"/>
                </a:lnTo>
                <a:lnTo>
                  <a:pt x="5950389" y="8653102"/>
                </a:lnTo>
                <a:lnTo>
                  <a:pt x="5904322" y="8664679"/>
                </a:lnTo>
                <a:lnTo>
                  <a:pt x="5857122" y="8671722"/>
                </a:lnTo>
                <a:lnTo>
                  <a:pt x="5809110" y="8674100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862581" y="1606765"/>
            <a:ext cx="1868805" cy="7073900"/>
          </a:xfrm>
          <a:custGeom>
            <a:avLst/>
            <a:gdLst/>
            <a:ahLst/>
            <a:cxnLst/>
            <a:rect l="l" t="t" r="r" b="b"/>
            <a:pathLst>
              <a:path w="1868804" h="7073900">
                <a:moveTo>
                  <a:pt x="1868258" y="6139358"/>
                </a:moveTo>
                <a:lnTo>
                  <a:pt x="1867039" y="6091288"/>
                </a:lnTo>
                <a:lnTo>
                  <a:pt x="1863432" y="6043841"/>
                </a:lnTo>
                <a:lnTo>
                  <a:pt x="1857502" y="5997092"/>
                </a:lnTo>
                <a:lnTo>
                  <a:pt x="1849285" y="5951093"/>
                </a:lnTo>
                <a:lnTo>
                  <a:pt x="1838845" y="5905906"/>
                </a:lnTo>
                <a:lnTo>
                  <a:pt x="1826260" y="5861570"/>
                </a:lnTo>
                <a:lnTo>
                  <a:pt x="1811578" y="5818175"/>
                </a:lnTo>
                <a:lnTo>
                  <a:pt x="1794852" y="5775744"/>
                </a:lnTo>
                <a:lnTo>
                  <a:pt x="1776145" y="5734367"/>
                </a:lnTo>
                <a:lnTo>
                  <a:pt x="1755521" y="5694096"/>
                </a:lnTo>
                <a:lnTo>
                  <a:pt x="1733029" y="5654967"/>
                </a:lnTo>
                <a:lnTo>
                  <a:pt x="1708721" y="5617070"/>
                </a:lnTo>
                <a:lnTo>
                  <a:pt x="1682686" y="5580443"/>
                </a:lnTo>
                <a:lnTo>
                  <a:pt x="1654949" y="5545163"/>
                </a:lnTo>
                <a:lnTo>
                  <a:pt x="1625587" y="5511266"/>
                </a:lnTo>
                <a:lnTo>
                  <a:pt x="1594662" y="5478818"/>
                </a:lnTo>
                <a:lnTo>
                  <a:pt x="1562214" y="5447893"/>
                </a:lnTo>
                <a:lnTo>
                  <a:pt x="1528318" y="5418531"/>
                </a:lnTo>
                <a:lnTo>
                  <a:pt x="1493037" y="5390807"/>
                </a:lnTo>
                <a:lnTo>
                  <a:pt x="1456410" y="5364759"/>
                </a:lnTo>
                <a:lnTo>
                  <a:pt x="1418513" y="5340464"/>
                </a:lnTo>
                <a:lnTo>
                  <a:pt x="1379385" y="5317972"/>
                </a:lnTo>
                <a:lnTo>
                  <a:pt x="1339113" y="5297335"/>
                </a:lnTo>
                <a:lnTo>
                  <a:pt x="1297736" y="5278628"/>
                </a:lnTo>
                <a:lnTo>
                  <a:pt x="1255318" y="5261902"/>
                </a:lnTo>
                <a:lnTo>
                  <a:pt x="1211910" y="5247221"/>
                </a:lnTo>
                <a:lnTo>
                  <a:pt x="1167587" y="5234635"/>
                </a:lnTo>
                <a:lnTo>
                  <a:pt x="1122387" y="5224196"/>
                </a:lnTo>
                <a:lnTo>
                  <a:pt x="1076388" y="5215991"/>
                </a:lnTo>
                <a:lnTo>
                  <a:pt x="1029639" y="5210048"/>
                </a:lnTo>
                <a:lnTo>
                  <a:pt x="982192" y="5206441"/>
                </a:lnTo>
                <a:lnTo>
                  <a:pt x="934123" y="5205222"/>
                </a:lnTo>
                <a:lnTo>
                  <a:pt x="886053" y="5206441"/>
                </a:lnTo>
                <a:lnTo>
                  <a:pt x="838619" y="5210048"/>
                </a:lnTo>
                <a:lnTo>
                  <a:pt x="791870" y="5215991"/>
                </a:lnTo>
                <a:lnTo>
                  <a:pt x="745871" y="5224196"/>
                </a:lnTo>
                <a:lnTo>
                  <a:pt x="700671" y="5234635"/>
                </a:lnTo>
                <a:lnTo>
                  <a:pt x="656348" y="5247221"/>
                </a:lnTo>
                <a:lnTo>
                  <a:pt x="612940" y="5261902"/>
                </a:lnTo>
                <a:lnTo>
                  <a:pt x="570522" y="5278628"/>
                </a:lnTo>
                <a:lnTo>
                  <a:pt x="529145" y="5297335"/>
                </a:lnTo>
                <a:lnTo>
                  <a:pt x="488861" y="5317972"/>
                </a:lnTo>
                <a:lnTo>
                  <a:pt x="449745" y="5340464"/>
                </a:lnTo>
                <a:lnTo>
                  <a:pt x="411848" y="5364759"/>
                </a:lnTo>
                <a:lnTo>
                  <a:pt x="375221" y="5390807"/>
                </a:lnTo>
                <a:lnTo>
                  <a:pt x="339928" y="5418531"/>
                </a:lnTo>
                <a:lnTo>
                  <a:pt x="306044" y="5447893"/>
                </a:lnTo>
                <a:lnTo>
                  <a:pt x="273596" y="5478818"/>
                </a:lnTo>
                <a:lnTo>
                  <a:pt x="242671" y="5511266"/>
                </a:lnTo>
                <a:lnTo>
                  <a:pt x="213309" y="5545163"/>
                </a:lnTo>
                <a:lnTo>
                  <a:pt x="185572" y="5580443"/>
                </a:lnTo>
                <a:lnTo>
                  <a:pt x="159524" y="5617070"/>
                </a:lnTo>
                <a:lnTo>
                  <a:pt x="135229" y="5654967"/>
                </a:lnTo>
                <a:lnTo>
                  <a:pt x="112737" y="5694096"/>
                </a:lnTo>
                <a:lnTo>
                  <a:pt x="92113" y="5734367"/>
                </a:lnTo>
                <a:lnTo>
                  <a:pt x="73406" y="5775744"/>
                </a:lnTo>
                <a:lnTo>
                  <a:pt x="56680" y="5818175"/>
                </a:lnTo>
                <a:lnTo>
                  <a:pt x="41986" y="5861570"/>
                </a:lnTo>
                <a:lnTo>
                  <a:pt x="29400" y="5905906"/>
                </a:lnTo>
                <a:lnTo>
                  <a:pt x="18973" y="5951093"/>
                </a:lnTo>
                <a:lnTo>
                  <a:pt x="10756" y="5997092"/>
                </a:lnTo>
                <a:lnTo>
                  <a:pt x="4813" y="6043841"/>
                </a:lnTo>
                <a:lnTo>
                  <a:pt x="1206" y="6091288"/>
                </a:lnTo>
                <a:lnTo>
                  <a:pt x="0" y="6139358"/>
                </a:lnTo>
                <a:lnTo>
                  <a:pt x="1206" y="6187427"/>
                </a:lnTo>
                <a:lnTo>
                  <a:pt x="4813" y="6234862"/>
                </a:lnTo>
                <a:lnTo>
                  <a:pt x="10756" y="6281610"/>
                </a:lnTo>
                <a:lnTo>
                  <a:pt x="18973" y="6327610"/>
                </a:lnTo>
                <a:lnTo>
                  <a:pt x="29400" y="6372809"/>
                </a:lnTo>
                <a:lnTo>
                  <a:pt x="41986" y="6417132"/>
                </a:lnTo>
                <a:lnTo>
                  <a:pt x="56680" y="6460541"/>
                </a:lnTo>
                <a:lnTo>
                  <a:pt x="73406" y="6502959"/>
                </a:lnTo>
                <a:lnTo>
                  <a:pt x="92113" y="6544335"/>
                </a:lnTo>
                <a:lnTo>
                  <a:pt x="112737" y="6584620"/>
                </a:lnTo>
                <a:lnTo>
                  <a:pt x="135229" y="6623736"/>
                </a:lnTo>
                <a:lnTo>
                  <a:pt x="159524" y="6661632"/>
                </a:lnTo>
                <a:lnTo>
                  <a:pt x="185572" y="6698259"/>
                </a:lnTo>
                <a:lnTo>
                  <a:pt x="213309" y="6733553"/>
                </a:lnTo>
                <a:lnTo>
                  <a:pt x="242671" y="6767449"/>
                </a:lnTo>
                <a:lnTo>
                  <a:pt x="273596" y="6799885"/>
                </a:lnTo>
                <a:lnTo>
                  <a:pt x="306044" y="6830822"/>
                </a:lnTo>
                <a:lnTo>
                  <a:pt x="339928" y="6860172"/>
                </a:lnTo>
                <a:lnTo>
                  <a:pt x="375221" y="6887908"/>
                </a:lnTo>
                <a:lnTo>
                  <a:pt x="411848" y="6913956"/>
                </a:lnTo>
                <a:lnTo>
                  <a:pt x="449745" y="6938251"/>
                </a:lnTo>
                <a:lnTo>
                  <a:pt x="488861" y="6960743"/>
                </a:lnTo>
                <a:lnTo>
                  <a:pt x="529145" y="6981368"/>
                </a:lnTo>
                <a:lnTo>
                  <a:pt x="570522" y="7000075"/>
                </a:lnTo>
                <a:lnTo>
                  <a:pt x="612940" y="7016801"/>
                </a:lnTo>
                <a:lnTo>
                  <a:pt x="656348" y="7031495"/>
                </a:lnTo>
                <a:lnTo>
                  <a:pt x="700671" y="7044080"/>
                </a:lnTo>
                <a:lnTo>
                  <a:pt x="745871" y="7054507"/>
                </a:lnTo>
                <a:lnTo>
                  <a:pt x="791870" y="7062724"/>
                </a:lnTo>
                <a:lnTo>
                  <a:pt x="838619" y="7068667"/>
                </a:lnTo>
                <a:lnTo>
                  <a:pt x="886053" y="7072274"/>
                </a:lnTo>
                <a:lnTo>
                  <a:pt x="934123" y="7073493"/>
                </a:lnTo>
                <a:lnTo>
                  <a:pt x="982192" y="7072274"/>
                </a:lnTo>
                <a:lnTo>
                  <a:pt x="1029639" y="7068667"/>
                </a:lnTo>
                <a:lnTo>
                  <a:pt x="1076388" y="7062724"/>
                </a:lnTo>
                <a:lnTo>
                  <a:pt x="1122387" y="7054507"/>
                </a:lnTo>
                <a:lnTo>
                  <a:pt x="1167587" y="7044080"/>
                </a:lnTo>
                <a:lnTo>
                  <a:pt x="1211910" y="7031495"/>
                </a:lnTo>
                <a:lnTo>
                  <a:pt x="1255318" y="7016801"/>
                </a:lnTo>
                <a:lnTo>
                  <a:pt x="1297736" y="7000075"/>
                </a:lnTo>
                <a:lnTo>
                  <a:pt x="1339113" y="6981368"/>
                </a:lnTo>
                <a:lnTo>
                  <a:pt x="1379385" y="6960743"/>
                </a:lnTo>
                <a:lnTo>
                  <a:pt x="1418513" y="6938251"/>
                </a:lnTo>
                <a:lnTo>
                  <a:pt x="1456410" y="6913956"/>
                </a:lnTo>
                <a:lnTo>
                  <a:pt x="1493037" y="6887908"/>
                </a:lnTo>
                <a:lnTo>
                  <a:pt x="1528318" y="6860172"/>
                </a:lnTo>
                <a:lnTo>
                  <a:pt x="1562214" y="6830822"/>
                </a:lnTo>
                <a:lnTo>
                  <a:pt x="1594662" y="6799885"/>
                </a:lnTo>
                <a:lnTo>
                  <a:pt x="1625587" y="6767449"/>
                </a:lnTo>
                <a:lnTo>
                  <a:pt x="1654949" y="6733553"/>
                </a:lnTo>
                <a:lnTo>
                  <a:pt x="1682686" y="6698259"/>
                </a:lnTo>
                <a:lnTo>
                  <a:pt x="1708721" y="6661632"/>
                </a:lnTo>
                <a:lnTo>
                  <a:pt x="1733029" y="6623736"/>
                </a:lnTo>
                <a:lnTo>
                  <a:pt x="1755521" y="6584620"/>
                </a:lnTo>
                <a:lnTo>
                  <a:pt x="1776145" y="6544335"/>
                </a:lnTo>
                <a:lnTo>
                  <a:pt x="1794852" y="6502959"/>
                </a:lnTo>
                <a:lnTo>
                  <a:pt x="1811578" y="6460541"/>
                </a:lnTo>
                <a:lnTo>
                  <a:pt x="1826260" y="6417132"/>
                </a:lnTo>
                <a:lnTo>
                  <a:pt x="1838845" y="6372809"/>
                </a:lnTo>
                <a:lnTo>
                  <a:pt x="1849285" y="6327610"/>
                </a:lnTo>
                <a:lnTo>
                  <a:pt x="1857502" y="6281610"/>
                </a:lnTo>
                <a:lnTo>
                  <a:pt x="1863432" y="6234862"/>
                </a:lnTo>
                <a:lnTo>
                  <a:pt x="1867039" y="6187427"/>
                </a:lnTo>
                <a:lnTo>
                  <a:pt x="1868258" y="6139358"/>
                </a:lnTo>
                <a:close/>
              </a:path>
              <a:path w="1868804" h="7073900">
                <a:moveTo>
                  <a:pt x="1868258" y="3537661"/>
                </a:moveTo>
                <a:lnTo>
                  <a:pt x="1867039" y="3489591"/>
                </a:lnTo>
                <a:lnTo>
                  <a:pt x="1863432" y="3442157"/>
                </a:lnTo>
                <a:lnTo>
                  <a:pt x="1857502" y="3395408"/>
                </a:lnTo>
                <a:lnTo>
                  <a:pt x="1849285" y="3349409"/>
                </a:lnTo>
                <a:lnTo>
                  <a:pt x="1838845" y="3304209"/>
                </a:lnTo>
                <a:lnTo>
                  <a:pt x="1826260" y="3259886"/>
                </a:lnTo>
                <a:lnTo>
                  <a:pt x="1811578" y="3216478"/>
                </a:lnTo>
                <a:lnTo>
                  <a:pt x="1794852" y="3174060"/>
                </a:lnTo>
                <a:lnTo>
                  <a:pt x="1776145" y="3132683"/>
                </a:lnTo>
                <a:lnTo>
                  <a:pt x="1755521" y="3092399"/>
                </a:lnTo>
                <a:lnTo>
                  <a:pt x="1733029" y="3053283"/>
                </a:lnTo>
                <a:lnTo>
                  <a:pt x="1708721" y="3015386"/>
                </a:lnTo>
                <a:lnTo>
                  <a:pt x="1682686" y="2978759"/>
                </a:lnTo>
                <a:lnTo>
                  <a:pt x="1654949" y="2943466"/>
                </a:lnTo>
                <a:lnTo>
                  <a:pt x="1625587" y="2909570"/>
                </a:lnTo>
                <a:lnTo>
                  <a:pt x="1594662" y="2877134"/>
                </a:lnTo>
                <a:lnTo>
                  <a:pt x="1562214" y="2846197"/>
                </a:lnTo>
                <a:lnTo>
                  <a:pt x="1528318" y="2816847"/>
                </a:lnTo>
                <a:lnTo>
                  <a:pt x="1493037" y="2789110"/>
                </a:lnTo>
                <a:lnTo>
                  <a:pt x="1456410" y="2763062"/>
                </a:lnTo>
                <a:lnTo>
                  <a:pt x="1418513" y="2738767"/>
                </a:lnTo>
                <a:lnTo>
                  <a:pt x="1379385" y="2716276"/>
                </a:lnTo>
                <a:lnTo>
                  <a:pt x="1339113" y="2695651"/>
                </a:lnTo>
                <a:lnTo>
                  <a:pt x="1297736" y="2676944"/>
                </a:lnTo>
                <a:lnTo>
                  <a:pt x="1255318" y="2660218"/>
                </a:lnTo>
                <a:lnTo>
                  <a:pt x="1211910" y="2645524"/>
                </a:lnTo>
                <a:lnTo>
                  <a:pt x="1167587" y="2632938"/>
                </a:lnTo>
                <a:lnTo>
                  <a:pt x="1122387" y="2622512"/>
                </a:lnTo>
                <a:lnTo>
                  <a:pt x="1076388" y="2614295"/>
                </a:lnTo>
                <a:lnTo>
                  <a:pt x="1029639" y="2608351"/>
                </a:lnTo>
                <a:lnTo>
                  <a:pt x="982192" y="2604744"/>
                </a:lnTo>
                <a:lnTo>
                  <a:pt x="934123" y="2603525"/>
                </a:lnTo>
                <a:lnTo>
                  <a:pt x="886053" y="2604744"/>
                </a:lnTo>
                <a:lnTo>
                  <a:pt x="838619" y="2608351"/>
                </a:lnTo>
                <a:lnTo>
                  <a:pt x="791870" y="2614295"/>
                </a:lnTo>
                <a:lnTo>
                  <a:pt x="745871" y="2622512"/>
                </a:lnTo>
                <a:lnTo>
                  <a:pt x="700671" y="2632938"/>
                </a:lnTo>
                <a:lnTo>
                  <a:pt x="656348" y="2645524"/>
                </a:lnTo>
                <a:lnTo>
                  <a:pt x="612940" y="2660218"/>
                </a:lnTo>
                <a:lnTo>
                  <a:pt x="570522" y="2676944"/>
                </a:lnTo>
                <a:lnTo>
                  <a:pt x="529145" y="2695651"/>
                </a:lnTo>
                <a:lnTo>
                  <a:pt x="488861" y="2716276"/>
                </a:lnTo>
                <a:lnTo>
                  <a:pt x="449745" y="2738767"/>
                </a:lnTo>
                <a:lnTo>
                  <a:pt x="411848" y="2763062"/>
                </a:lnTo>
                <a:lnTo>
                  <a:pt x="375221" y="2789110"/>
                </a:lnTo>
                <a:lnTo>
                  <a:pt x="339928" y="2816847"/>
                </a:lnTo>
                <a:lnTo>
                  <a:pt x="306044" y="2846197"/>
                </a:lnTo>
                <a:lnTo>
                  <a:pt x="273596" y="2877134"/>
                </a:lnTo>
                <a:lnTo>
                  <a:pt x="242671" y="2909570"/>
                </a:lnTo>
                <a:lnTo>
                  <a:pt x="213309" y="2943466"/>
                </a:lnTo>
                <a:lnTo>
                  <a:pt x="185572" y="2978759"/>
                </a:lnTo>
                <a:lnTo>
                  <a:pt x="159524" y="3015386"/>
                </a:lnTo>
                <a:lnTo>
                  <a:pt x="135229" y="3053283"/>
                </a:lnTo>
                <a:lnTo>
                  <a:pt x="112737" y="3092399"/>
                </a:lnTo>
                <a:lnTo>
                  <a:pt x="92113" y="3132683"/>
                </a:lnTo>
                <a:lnTo>
                  <a:pt x="73406" y="3174060"/>
                </a:lnTo>
                <a:lnTo>
                  <a:pt x="56680" y="3216478"/>
                </a:lnTo>
                <a:lnTo>
                  <a:pt x="41986" y="3259886"/>
                </a:lnTo>
                <a:lnTo>
                  <a:pt x="29400" y="3304209"/>
                </a:lnTo>
                <a:lnTo>
                  <a:pt x="18973" y="3349409"/>
                </a:lnTo>
                <a:lnTo>
                  <a:pt x="10756" y="3395408"/>
                </a:lnTo>
                <a:lnTo>
                  <a:pt x="4813" y="3442157"/>
                </a:lnTo>
                <a:lnTo>
                  <a:pt x="1206" y="3489591"/>
                </a:lnTo>
                <a:lnTo>
                  <a:pt x="0" y="3537661"/>
                </a:lnTo>
                <a:lnTo>
                  <a:pt x="1206" y="3585730"/>
                </a:lnTo>
                <a:lnTo>
                  <a:pt x="4813" y="3633178"/>
                </a:lnTo>
                <a:lnTo>
                  <a:pt x="10756" y="3679926"/>
                </a:lnTo>
                <a:lnTo>
                  <a:pt x="18973" y="3725926"/>
                </a:lnTo>
                <a:lnTo>
                  <a:pt x="29400" y="3771112"/>
                </a:lnTo>
                <a:lnTo>
                  <a:pt x="41986" y="3815448"/>
                </a:lnTo>
                <a:lnTo>
                  <a:pt x="56680" y="3858857"/>
                </a:lnTo>
                <a:lnTo>
                  <a:pt x="73406" y="3901275"/>
                </a:lnTo>
                <a:lnTo>
                  <a:pt x="92113" y="3942651"/>
                </a:lnTo>
                <a:lnTo>
                  <a:pt x="112737" y="3982923"/>
                </a:lnTo>
                <a:lnTo>
                  <a:pt x="135229" y="4022052"/>
                </a:lnTo>
                <a:lnTo>
                  <a:pt x="159524" y="4059948"/>
                </a:lnTo>
                <a:lnTo>
                  <a:pt x="185572" y="4096575"/>
                </a:lnTo>
                <a:lnTo>
                  <a:pt x="213309" y="4131856"/>
                </a:lnTo>
                <a:lnTo>
                  <a:pt x="242671" y="4165752"/>
                </a:lnTo>
                <a:lnTo>
                  <a:pt x="273596" y="4198201"/>
                </a:lnTo>
                <a:lnTo>
                  <a:pt x="306044" y="4229125"/>
                </a:lnTo>
                <a:lnTo>
                  <a:pt x="339928" y="4258488"/>
                </a:lnTo>
                <a:lnTo>
                  <a:pt x="375221" y="4286212"/>
                </a:lnTo>
                <a:lnTo>
                  <a:pt x="411848" y="4312259"/>
                </a:lnTo>
                <a:lnTo>
                  <a:pt x="449745" y="4336554"/>
                </a:lnTo>
                <a:lnTo>
                  <a:pt x="488861" y="4359046"/>
                </a:lnTo>
                <a:lnTo>
                  <a:pt x="529145" y="4379684"/>
                </a:lnTo>
                <a:lnTo>
                  <a:pt x="570522" y="4398391"/>
                </a:lnTo>
                <a:lnTo>
                  <a:pt x="612940" y="4415117"/>
                </a:lnTo>
                <a:lnTo>
                  <a:pt x="656348" y="4429798"/>
                </a:lnTo>
                <a:lnTo>
                  <a:pt x="700671" y="4442384"/>
                </a:lnTo>
                <a:lnTo>
                  <a:pt x="745871" y="4452823"/>
                </a:lnTo>
                <a:lnTo>
                  <a:pt x="791870" y="4461040"/>
                </a:lnTo>
                <a:lnTo>
                  <a:pt x="838619" y="4466971"/>
                </a:lnTo>
                <a:lnTo>
                  <a:pt x="886053" y="4470578"/>
                </a:lnTo>
                <a:lnTo>
                  <a:pt x="934123" y="4471797"/>
                </a:lnTo>
                <a:lnTo>
                  <a:pt x="982192" y="4470578"/>
                </a:lnTo>
                <a:lnTo>
                  <a:pt x="1029639" y="4466971"/>
                </a:lnTo>
                <a:lnTo>
                  <a:pt x="1076388" y="4461040"/>
                </a:lnTo>
                <a:lnTo>
                  <a:pt x="1122387" y="4452823"/>
                </a:lnTo>
                <a:lnTo>
                  <a:pt x="1167587" y="4442384"/>
                </a:lnTo>
                <a:lnTo>
                  <a:pt x="1211910" y="4429798"/>
                </a:lnTo>
                <a:lnTo>
                  <a:pt x="1255318" y="4415117"/>
                </a:lnTo>
                <a:lnTo>
                  <a:pt x="1297736" y="4398391"/>
                </a:lnTo>
                <a:lnTo>
                  <a:pt x="1339113" y="4379684"/>
                </a:lnTo>
                <a:lnTo>
                  <a:pt x="1379385" y="4359046"/>
                </a:lnTo>
                <a:lnTo>
                  <a:pt x="1418513" y="4336554"/>
                </a:lnTo>
                <a:lnTo>
                  <a:pt x="1456410" y="4312259"/>
                </a:lnTo>
                <a:lnTo>
                  <a:pt x="1493037" y="4286212"/>
                </a:lnTo>
                <a:lnTo>
                  <a:pt x="1528318" y="4258488"/>
                </a:lnTo>
                <a:lnTo>
                  <a:pt x="1562214" y="4229125"/>
                </a:lnTo>
                <a:lnTo>
                  <a:pt x="1594662" y="4198201"/>
                </a:lnTo>
                <a:lnTo>
                  <a:pt x="1625587" y="4165752"/>
                </a:lnTo>
                <a:lnTo>
                  <a:pt x="1654949" y="4131856"/>
                </a:lnTo>
                <a:lnTo>
                  <a:pt x="1682686" y="4096575"/>
                </a:lnTo>
                <a:lnTo>
                  <a:pt x="1708721" y="4059948"/>
                </a:lnTo>
                <a:lnTo>
                  <a:pt x="1733029" y="4022052"/>
                </a:lnTo>
                <a:lnTo>
                  <a:pt x="1755521" y="3982923"/>
                </a:lnTo>
                <a:lnTo>
                  <a:pt x="1776145" y="3942651"/>
                </a:lnTo>
                <a:lnTo>
                  <a:pt x="1794852" y="3901275"/>
                </a:lnTo>
                <a:lnTo>
                  <a:pt x="1811578" y="3858857"/>
                </a:lnTo>
                <a:lnTo>
                  <a:pt x="1826260" y="3815448"/>
                </a:lnTo>
                <a:lnTo>
                  <a:pt x="1838845" y="3771112"/>
                </a:lnTo>
                <a:lnTo>
                  <a:pt x="1849285" y="3725926"/>
                </a:lnTo>
                <a:lnTo>
                  <a:pt x="1857502" y="3679926"/>
                </a:lnTo>
                <a:lnTo>
                  <a:pt x="1863432" y="3633178"/>
                </a:lnTo>
                <a:lnTo>
                  <a:pt x="1867039" y="3585730"/>
                </a:lnTo>
                <a:lnTo>
                  <a:pt x="1868258" y="3537661"/>
                </a:lnTo>
                <a:close/>
              </a:path>
              <a:path w="1868804" h="7073900">
                <a:moveTo>
                  <a:pt x="1868258" y="934123"/>
                </a:moveTo>
                <a:lnTo>
                  <a:pt x="1867039" y="886053"/>
                </a:lnTo>
                <a:lnTo>
                  <a:pt x="1863432" y="838619"/>
                </a:lnTo>
                <a:lnTo>
                  <a:pt x="1857502" y="791870"/>
                </a:lnTo>
                <a:lnTo>
                  <a:pt x="1849285" y="745871"/>
                </a:lnTo>
                <a:lnTo>
                  <a:pt x="1838845" y="700671"/>
                </a:lnTo>
                <a:lnTo>
                  <a:pt x="1826260" y="656348"/>
                </a:lnTo>
                <a:lnTo>
                  <a:pt x="1811578" y="612940"/>
                </a:lnTo>
                <a:lnTo>
                  <a:pt x="1794852" y="570522"/>
                </a:lnTo>
                <a:lnTo>
                  <a:pt x="1776145" y="529145"/>
                </a:lnTo>
                <a:lnTo>
                  <a:pt x="1755521" y="488861"/>
                </a:lnTo>
                <a:lnTo>
                  <a:pt x="1733029" y="449745"/>
                </a:lnTo>
                <a:lnTo>
                  <a:pt x="1708721" y="411848"/>
                </a:lnTo>
                <a:lnTo>
                  <a:pt x="1682686" y="375221"/>
                </a:lnTo>
                <a:lnTo>
                  <a:pt x="1654949" y="339928"/>
                </a:lnTo>
                <a:lnTo>
                  <a:pt x="1625587" y="306031"/>
                </a:lnTo>
                <a:lnTo>
                  <a:pt x="1594662" y="273596"/>
                </a:lnTo>
                <a:lnTo>
                  <a:pt x="1562214" y="242658"/>
                </a:lnTo>
                <a:lnTo>
                  <a:pt x="1528318" y="213309"/>
                </a:lnTo>
                <a:lnTo>
                  <a:pt x="1493037" y="185572"/>
                </a:lnTo>
                <a:lnTo>
                  <a:pt x="1456410" y="159524"/>
                </a:lnTo>
                <a:lnTo>
                  <a:pt x="1418513" y="135229"/>
                </a:lnTo>
                <a:lnTo>
                  <a:pt x="1379385" y="112737"/>
                </a:lnTo>
                <a:lnTo>
                  <a:pt x="1339113" y="92113"/>
                </a:lnTo>
                <a:lnTo>
                  <a:pt x="1297736" y="73406"/>
                </a:lnTo>
                <a:lnTo>
                  <a:pt x="1255318" y="56680"/>
                </a:lnTo>
                <a:lnTo>
                  <a:pt x="1211910" y="41986"/>
                </a:lnTo>
                <a:lnTo>
                  <a:pt x="1167587" y="29400"/>
                </a:lnTo>
                <a:lnTo>
                  <a:pt x="1122387" y="18973"/>
                </a:lnTo>
                <a:lnTo>
                  <a:pt x="1076388" y="10756"/>
                </a:lnTo>
                <a:lnTo>
                  <a:pt x="1029639" y="4813"/>
                </a:lnTo>
                <a:lnTo>
                  <a:pt x="982192" y="1206"/>
                </a:lnTo>
                <a:lnTo>
                  <a:pt x="934123" y="0"/>
                </a:lnTo>
                <a:lnTo>
                  <a:pt x="886053" y="1206"/>
                </a:lnTo>
                <a:lnTo>
                  <a:pt x="838619" y="4813"/>
                </a:lnTo>
                <a:lnTo>
                  <a:pt x="791870" y="10756"/>
                </a:lnTo>
                <a:lnTo>
                  <a:pt x="745871" y="18973"/>
                </a:lnTo>
                <a:lnTo>
                  <a:pt x="700671" y="29400"/>
                </a:lnTo>
                <a:lnTo>
                  <a:pt x="656348" y="41986"/>
                </a:lnTo>
                <a:lnTo>
                  <a:pt x="612940" y="56680"/>
                </a:lnTo>
                <a:lnTo>
                  <a:pt x="570522" y="73406"/>
                </a:lnTo>
                <a:lnTo>
                  <a:pt x="529145" y="92113"/>
                </a:lnTo>
                <a:lnTo>
                  <a:pt x="488861" y="112737"/>
                </a:lnTo>
                <a:lnTo>
                  <a:pt x="449745" y="135229"/>
                </a:lnTo>
                <a:lnTo>
                  <a:pt x="411848" y="159524"/>
                </a:lnTo>
                <a:lnTo>
                  <a:pt x="375221" y="185572"/>
                </a:lnTo>
                <a:lnTo>
                  <a:pt x="339928" y="213309"/>
                </a:lnTo>
                <a:lnTo>
                  <a:pt x="306044" y="242658"/>
                </a:lnTo>
                <a:lnTo>
                  <a:pt x="273596" y="273596"/>
                </a:lnTo>
                <a:lnTo>
                  <a:pt x="242671" y="306031"/>
                </a:lnTo>
                <a:lnTo>
                  <a:pt x="213309" y="339928"/>
                </a:lnTo>
                <a:lnTo>
                  <a:pt x="185572" y="375221"/>
                </a:lnTo>
                <a:lnTo>
                  <a:pt x="159524" y="411848"/>
                </a:lnTo>
                <a:lnTo>
                  <a:pt x="135229" y="449745"/>
                </a:lnTo>
                <a:lnTo>
                  <a:pt x="112737" y="488861"/>
                </a:lnTo>
                <a:lnTo>
                  <a:pt x="92113" y="529145"/>
                </a:lnTo>
                <a:lnTo>
                  <a:pt x="73406" y="570522"/>
                </a:lnTo>
                <a:lnTo>
                  <a:pt x="56680" y="612940"/>
                </a:lnTo>
                <a:lnTo>
                  <a:pt x="41986" y="656348"/>
                </a:lnTo>
                <a:lnTo>
                  <a:pt x="29400" y="700671"/>
                </a:lnTo>
                <a:lnTo>
                  <a:pt x="18973" y="745871"/>
                </a:lnTo>
                <a:lnTo>
                  <a:pt x="10756" y="791870"/>
                </a:lnTo>
                <a:lnTo>
                  <a:pt x="4813" y="838619"/>
                </a:lnTo>
                <a:lnTo>
                  <a:pt x="1206" y="886053"/>
                </a:lnTo>
                <a:lnTo>
                  <a:pt x="0" y="934123"/>
                </a:lnTo>
                <a:lnTo>
                  <a:pt x="1206" y="982192"/>
                </a:lnTo>
                <a:lnTo>
                  <a:pt x="4813" y="1029639"/>
                </a:lnTo>
                <a:lnTo>
                  <a:pt x="10756" y="1076388"/>
                </a:lnTo>
                <a:lnTo>
                  <a:pt x="18973" y="1122387"/>
                </a:lnTo>
                <a:lnTo>
                  <a:pt x="29400" y="1167587"/>
                </a:lnTo>
                <a:lnTo>
                  <a:pt x="41986" y="1211910"/>
                </a:lnTo>
                <a:lnTo>
                  <a:pt x="56680" y="1255318"/>
                </a:lnTo>
                <a:lnTo>
                  <a:pt x="73406" y="1297736"/>
                </a:lnTo>
                <a:lnTo>
                  <a:pt x="92113" y="1339113"/>
                </a:lnTo>
                <a:lnTo>
                  <a:pt x="112737" y="1379385"/>
                </a:lnTo>
                <a:lnTo>
                  <a:pt x="135229" y="1418513"/>
                </a:lnTo>
                <a:lnTo>
                  <a:pt x="159524" y="1456410"/>
                </a:lnTo>
                <a:lnTo>
                  <a:pt x="185572" y="1493037"/>
                </a:lnTo>
                <a:lnTo>
                  <a:pt x="213309" y="1528318"/>
                </a:lnTo>
                <a:lnTo>
                  <a:pt x="242671" y="1562214"/>
                </a:lnTo>
                <a:lnTo>
                  <a:pt x="273596" y="1594662"/>
                </a:lnTo>
                <a:lnTo>
                  <a:pt x="306044" y="1625587"/>
                </a:lnTo>
                <a:lnTo>
                  <a:pt x="339928" y="1654949"/>
                </a:lnTo>
                <a:lnTo>
                  <a:pt x="375221" y="1682686"/>
                </a:lnTo>
                <a:lnTo>
                  <a:pt x="411848" y="1708721"/>
                </a:lnTo>
                <a:lnTo>
                  <a:pt x="449745" y="1733016"/>
                </a:lnTo>
                <a:lnTo>
                  <a:pt x="488861" y="1755521"/>
                </a:lnTo>
                <a:lnTo>
                  <a:pt x="529145" y="1776145"/>
                </a:lnTo>
                <a:lnTo>
                  <a:pt x="570522" y="1794852"/>
                </a:lnTo>
                <a:lnTo>
                  <a:pt x="612940" y="1811578"/>
                </a:lnTo>
                <a:lnTo>
                  <a:pt x="656348" y="1826260"/>
                </a:lnTo>
                <a:lnTo>
                  <a:pt x="700671" y="1838845"/>
                </a:lnTo>
                <a:lnTo>
                  <a:pt x="745871" y="1849285"/>
                </a:lnTo>
                <a:lnTo>
                  <a:pt x="791870" y="1857502"/>
                </a:lnTo>
                <a:lnTo>
                  <a:pt x="838619" y="1863432"/>
                </a:lnTo>
                <a:lnTo>
                  <a:pt x="886053" y="1867039"/>
                </a:lnTo>
                <a:lnTo>
                  <a:pt x="934123" y="1868258"/>
                </a:lnTo>
                <a:lnTo>
                  <a:pt x="982192" y="1867039"/>
                </a:lnTo>
                <a:lnTo>
                  <a:pt x="1029639" y="1863432"/>
                </a:lnTo>
                <a:lnTo>
                  <a:pt x="1076388" y="1857502"/>
                </a:lnTo>
                <a:lnTo>
                  <a:pt x="1122387" y="1849285"/>
                </a:lnTo>
                <a:lnTo>
                  <a:pt x="1167587" y="1838845"/>
                </a:lnTo>
                <a:lnTo>
                  <a:pt x="1211910" y="1826260"/>
                </a:lnTo>
                <a:lnTo>
                  <a:pt x="1255318" y="1811578"/>
                </a:lnTo>
                <a:lnTo>
                  <a:pt x="1297736" y="1794852"/>
                </a:lnTo>
                <a:lnTo>
                  <a:pt x="1339113" y="1776145"/>
                </a:lnTo>
                <a:lnTo>
                  <a:pt x="1379385" y="1755521"/>
                </a:lnTo>
                <a:lnTo>
                  <a:pt x="1418513" y="1733016"/>
                </a:lnTo>
                <a:lnTo>
                  <a:pt x="1456410" y="1708721"/>
                </a:lnTo>
                <a:lnTo>
                  <a:pt x="1493037" y="1682686"/>
                </a:lnTo>
                <a:lnTo>
                  <a:pt x="1528318" y="1654949"/>
                </a:lnTo>
                <a:lnTo>
                  <a:pt x="1562214" y="1625587"/>
                </a:lnTo>
                <a:lnTo>
                  <a:pt x="1594662" y="1594662"/>
                </a:lnTo>
                <a:lnTo>
                  <a:pt x="1625587" y="1562214"/>
                </a:lnTo>
                <a:lnTo>
                  <a:pt x="1654949" y="1528318"/>
                </a:lnTo>
                <a:lnTo>
                  <a:pt x="1682686" y="1493037"/>
                </a:lnTo>
                <a:lnTo>
                  <a:pt x="1708721" y="1456410"/>
                </a:lnTo>
                <a:lnTo>
                  <a:pt x="1733029" y="1418513"/>
                </a:lnTo>
                <a:lnTo>
                  <a:pt x="1755521" y="1379385"/>
                </a:lnTo>
                <a:lnTo>
                  <a:pt x="1776145" y="1339113"/>
                </a:lnTo>
                <a:lnTo>
                  <a:pt x="1794852" y="1297736"/>
                </a:lnTo>
                <a:lnTo>
                  <a:pt x="1811578" y="1255318"/>
                </a:lnTo>
                <a:lnTo>
                  <a:pt x="1826260" y="1211910"/>
                </a:lnTo>
                <a:lnTo>
                  <a:pt x="1838845" y="1167587"/>
                </a:lnTo>
                <a:lnTo>
                  <a:pt x="1849285" y="1122387"/>
                </a:lnTo>
                <a:lnTo>
                  <a:pt x="1857502" y="1076388"/>
                </a:lnTo>
                <a:lnTo>
                  <a:pt x="1863432" y="1029639"/>
                </a:lnTo>
                <a:lnTo>
                  <a:pt x="1867039" y="982192"/>
                </a:lnTo>
                <a:lnTo>
                  <a:pt x="1868258" y="934123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F364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2F364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7292" y="491743"/>
            <a:ext cx="14352905" cy="21890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2F364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3580" y="1696644"/>
            <a:ext cx="11811000" cy="5901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allygreatsite.com/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4057750"/>
            <a:ext cx="1955800" cy="2171700"/>
          </a:xfrm>
          <a:custGeom>
            <a:avLst/>
            <a:gdLst/>
            <a:ahLst/>
            <a:cxnLst/>
            <a:rect l="l" t="t" r="r" b="b"/>
            <a:pathLst>
              <a:path w="1955800" h="2171700">
                <a:moveTo>
                  <a:pt x="1184275" y="2171498"/>
                </a:moveTo>
                <a:lnTo>
                  <a:pt x="0" y="2171498"/>
                </a:lnTo>
                <a:lnTo>
                  <a:pt x="0" y="0"/>
                </a:lnTo>
                <a:lnTo>
                  <a:pt x="1184275" y="0"/>
                </a:lnTo>
                <a:lnTo>
                  <a:pt x="1223977" y="1412"/>
                </a:lnTo>
                <a:lnTo>
                  <a:pt x="1263159" y="5605"/>
                </a:lnTo>
                <a:lnTo>
                  <a:pt x="1301770" y="12510"/>
                </a:lnTo>
                <a:lnTo>
                  <a:pt x="1339764" y="22058"/>
                </a:lnTo>
                <a:lnTo>
                  <a:pt x="1377091" y="34182"/>
                </a:lnTo>
                <a:lnTo>
                  <a:pt x="1413703" y="48813"/>
                </a:lnTo>
                <a:lnTo>
                  <a:pt x="1449551" y="65882"/>
                </a:lnTo>
                <a:lnTo>
                  <a:pt x="1484587" y="85323"/>
                </a:lnTo>
                <a:lnTo>
                  <a:pt x="1518763" y="107066"/>
                </a:lnTo>
                <a:lnTo>
                  <a:pt x="1552029" y="131044"/>
                </a:lnTo>
                <a:lnTo>
                  <a:pt x="1584338" y="157187"/>
                </a:lnTo>
                <a:lnTo>
                  <a:pt x="1615642" y="185428"/>
                </a:lnTo>
                <a:lnTo>
                  <a:pt x="1645890" y="215699"/>
                </a:lnTo>
                <a:lnTo>
                  <a:pt x="1675036" y="247932"/>
                </a:lnTo>
                <a:lnTo>
                  <a:pt x="1703031" y="282057"/>
                </a:lnTo>
                <a:lnTo>
                  <a:pt x="1729825" y="318008"/>
                </a:lnTo>
                <a:lnTo>
                  <a:pt x="1755371" y="355716"/>
                </a:lnTo>
                <a:lnTo>
                  <a:pt x="1779621" y="395111"/>
                </a:lnTo>
                <a:lnTo>
                  <a:pt x="1802525" y="436128"/>
                </a:lnTo>
                <a:lnTo>
                  <a:pt x="1824035" y="478696"/>
                </a:lnTo>
                <a:lnTo>
                  <a:pt x="1844103" y="522748"/>
                </a:lnTo>
                <a:lnTo>
                  <a:pt x="1862681" y="568216"/>
                </a:lnTo>
                <a:lnTo>
                  <a:pt x="1879719" y="615032"/>
                </a:lnTo>
                <a:lnTo>
                  <a:pt x="1895169" y="663126"/>
                </a:lnTo>
                <a:lnTo>
                  <a:pt x="1908984" y="712432"/>
                </a:lnTo>
                <a:lnTo>
                  <a:pt x="1921113" y="762880"/>
                </a:lnTo>
                <a:lnTo>
                  <a:pt x="1931510" y="814403"/>
                </a:lnTo>
                <a:lnTo>
                  <a:pt x="1940125" y="866933"/>
                </a:lnTo>
                <a:lnTo>
                  <a:pt x="1946910" y="920400"/>
                </a:lnTo>
                <a:lnTo>
                  <a:pt x="1951816" y="974737"/>
                </a:lnTo>
                <a:lnTo>
                  <a:pt x="1954796" y="1029876"/>
                </a:lnTo>
                <a:lnTo>
                  <a:pt x="1955800" y="1085749"/>
                </a:lnTo>
                <a:lnTo>
                  <a:pt x="1954796" y="1141622"/>
                </a:lnTo>
                <a:lnTo>
                  <a:pt x="1951816" y="1196761"/>
                </a:lnTo>
                <a:lnTo>
                  <a:pt x="1946910" y="1251098"/>
                </a:lnTo>
                <a:lnTo>
                  <a:pt x="1940125" y="1304565"/>
                </a:lnTo>
                <a:lnTo>
                  <a:pt x="1931510" y="1357095"/>
                </a:lnTo>
                <a:lnTo>
                  <a:pt x="1921113" y="1408618"/>
                </a:lnTo>
                <a:lnTo>
                  <a:pt x="1908984" y="1459066"/>
                </a:lnTo>
                <a:lnTo>
                  <a:pt x="1895169" y="1508372"/>
                </a:lnTo>
                <a:lnTo>
                  <a:pt x="1879719" y="1556466"/>
                </a:lnTo>
                <a:lnTo>
                  <a:pt x="1862681" y="1603282"/>
                </a:lnTo>
                <a:lnTo>
                  <a:pt x="1844103" y="1648750"/>
                </a:lnTo>
                <a:lnTo>
                  <a:pt x="1824035" y="1692802"/>
                </a:lnTo>
                <a:lnTo>
                  <a:pt x="1802525" y="1735370"/>
                </a:lnTo>
                <a:lnTo>
                  <a:pt x="1779621" y="1776386"/>
                </a:lnTo>
                <a:lnTo>
                  <a:pt x="1755371" y="1815782"/>
                </a:lnTo>
                <a:lnTo>
                  <a:pt x="1729825" y="1853490"/>
                </a:lnTo>
                <a:lnTo>
                  <a:pt x="1703031" y="1889440"/>
                </a:lnTo>
                <a:lnTo>
                  <a:pt x="1675036" y="1923566"/>
                </a:lnTo>
                <a:lnTo>
                  <a:pt x="1645890" y="1955798"/>
                </a:lnTo>
                <a:lnTo>
                  <a:pt x="1615642" y="1986069"/>
                </a:lnTo>
                <a:lnTo>
                  <a:pt x="1584338" y="2014311"/>
                </a:lnTo>
                <a:lnTo>
                  <a:pt x="1552029" y="2040454"/>
                </a:lnTo>
                <a:lnTo>
                  <a:pt x="1518763" y="2064432"/>
                </a:lnTo>
                <a:lnTo>
                  <a:pt x="1484587" y="2086175"/>
                </a:lnTo>
                <a:lnTo>
                  <a:pt x="1449551" y="2105615"/>
                </a:lnTo>
                <a:lnTo>
                  <a:pt x="1413703" y="2122685"/>
                </a:lnTo>
                <a:lnTo>
                  <a:pt x="1377091" y="2137316"/>
                </a:lnTo>
                <a:lnTo>
                  <a:pt x="1339764" y="2149440"/>
                </a:lnTo>
                <a:lnTo>
                  <a:pt x="1301770" y="2158988"/>
                </a:lnTo>
                <a:lnTo>
                  <a:pt x="1263159" y="2165893"/>
                </a:lnTo>
                <a:lnTo>
                  <a:pt x="1223977" y="2170086"/>
                </a:lnTo>
                <a:lnTo>
                  <a:pt x="1184275" y="2171498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150736" y="4143777"/>
            <a:ext cx="10478770" cy="2491105"/>
          </a:xfrm>
          <a:prstGeom prst="rect">
            <a:avLst/>
          </a:prstGeom>
        </p:spPr>
        <p:txBody>
          <a:bodyPr vert="horz" wrap="square" lIns="0" tIns="390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75"/>
              </a:spcBef>
            </a:pPr>
            <a:r>
              <a:rPr sz="8250" b="1" spc="735" dirty="0">
                <a:solidFill>
                  <a:srgbClr val="000000"/>
                </a:solidFill>
                <a:latin typeface="Trebuchet MS"/>
                <a:cs typeface="Trebuchet MS"/>
              </a:rPr>
              <a:t>VLSI</a:t>
            </a:r>
            <a:r>
              <a:rPr sz="8250" b="1" spc="-22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8250" b="1" spc="819" dirty="0">
                <a:solidFill>
                  <a:srgbClr val="000000"/>
                </a:solidFill>
                <a:latin typeface="Trebuchet MS"/>
                <a:cs typeface="Trebuchet MS"/>
              </a:rPr>
              <a:t>DESIGN</a:t>
            </a:r>
            <a:r>
              <a:rPr sz="8250" b="1" spc="-2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8250" b="1" spc="800" dirty="0">
                <a:solidFill>
                  <a:srgbClr val="000000"/>
                </a:solidFill>
                <a:latin typeface="Trebuchet MS"/>
                <a:cs typeface="Trebuchet MS"/>
              </a:rPr>
              <a:t>FLOW</a:t>
            </a:r>
            <a:endParaRPr sz="8250">
              <a:latin typeface="Trebuchet MS"/>
              <a:cs typeface="Trebuchet MS"/>
            </a:endParaRPr>
          </a:p>
          <a:p>
            <a:pPr marL="3710940" marR="2195195" indent="1339215">
              <a:lnSpc>
                <a:spcPct val="116500"/>
              </a:lnSpc>
              <a:spcBef>
                <a:spcPts val="380"/>
              </a:spcBef>
            </a:pPr>
            <a:r>
              <a:rPr sz="2200" spc="80" dirty="0">
                <a:latin typeface="Lucida Sans Unicode"/>
                <a:cs typeface="Lucida Sans Unicode"/>
              </a:rPr>
              <a:t>Boddu</a:t>
            </a:r>
            <a:r>
              <a:rPr sz="2200" spc="-95" dirty="0">
                <a:latin typeface="Lucida Sans Unicode"/>
                <a:cs typeface="Lucida Sans Unicode"/>
              </a:rPr>
              <a:t> </a:t>
            </a:r>
            <a:r>
              <a:rPr sz="2200" spc="-10" dirty="0">
                <a:latin typeface="Lucida Sans Unicode"/>
                <a:cs typeface="Lucida Sans Unicode"/>
              </a:rPr>
              <a:t>Giresh </a:t>
            </a:r>
            <a:r>
              <a:rPr sz="2200" spc="125" dirty="0">
                <a:latin typeface="Lucida Sans Unicode"/>
                <a:cs typeface="Lucida Sans Unicode"/>
              </a:rPr>
              <a:t>ChipWeave</a:t>
            </a:r>
            <a:r>
              <a:rPr sz="2200" spc="95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Technologies</a:t>
            </a:r>
            <a:r>
              <a:rPr sz="2200" spc="100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Pvt</a:t>
            </a:r>
            <a:r>
              <a:rPr sz="2200" spc="100" dirty="0">
                <a:latin typeface="Lucida Sans Unicode"/>
                <a:cs typeface="Lucida Sans Unicode"/>
              </a:rPr>
              <a:t> </a:t>
            </a:r>
            <a:r>
              <a:rPr sz="2200" spc="-25" dirty="0">
                <a:latin typeface="Lucida Sans Unicode"/>
                <a:cs typeface="Lucida Sans Unicode"/>
              </a:rPr>
              <a:t>Ltd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467340" y="4057750"/>
            <a:ext cx="1821180" cy="2171700"/>
          </a:xfrm>
          <a:custGeom>
            <a:avLst/>
            <a:gdLst/>
            <a:ahLst/>
            <a:cxnLst/>
            <a:rect l="l" t="t" r="r" b="b"/>
            <a:pathLst>
              <a:path w="1821180" h="2171700">
                <a:moveTo>
                  <a:pt x="1820657" y="2171498"/>
                </a:moveTo>
                <a:lnTo>
                  <a:pt x="771524" y="2171499"/>
                </a:lnTo>
                <a:lnTo>
                  <a:pt x="731822" y="2170086"/>
                </a:lnTo>
                <a:lnTo>
                  <a:pt x="692641" y="2165893"/>
                </a:lnTo>
                <a:lnTo>
                  <a:pt x="654029" y="2158988"/>
                </a:lnTo>
                <a:lnTo>
                  <a:pt x="616035" y="2149440"/>
                </a:lnTo>
                <a:lnTo>
                  <a:pt x="578709" y="2137316"/>
                </a:lnTo>
                <a:lnTo>
                  <a:pt x="542097" y="2122685"/>
                </a:lnTo>
                <a:lnTo>
                  <a:pt x="506249" y="2105615"/>
                </a:lnTo>
                <a:lnTo>
                  <a:pt x="471212" y="2086175"/>
                </a:lnTo>
                <a:lnTo>
                  <a:pt x="437037" y="2064432"/>
                </a:lnTo>
                <a:lnTo>
                  <a:pt x="403770" y="2040454"/>
                </a:lnTo>
                <a:lnTo>
                  <a:pt x="371461" y="2014311"/>
                </a:lnTo>
                <a:lnTo>
                  <a:pt x="340158" y="1986069"/>
                </a:lnTo>
                <a:lnTo>
                  <a:pt x="309909" y="1955798"/>
                </a:lnTo>
                <a:lnTo>
                  <a:pt x="280763" y="1923566"/>
                </a:lnTo>
                <a:lnTo>
                  <a:pt x="252769" y="1889440"/>
                </a:lnTo>
                <a:lnTo>
                  <a:pt x="225974" y="1853490"/>
                </a:lnTo>
                <a:lnTo>
                  <a:pt x="200428" y="1815782"/>
                </a:lnTo>
                <a:lnTo>
                  <a:pt x="176178" y="1776386"/>
                </a:lnTo>
                <a:lnTo>
                  <a:pt x="153274" y="1735370"/>
                </a:lnTo>
                <a:lnTo>
                  <a:pt x="131764" y="1692802"/>
                </a:lnTo>
                <a:lnTo>
                  <a:pt x="111696" y="1648750"/>
                </a:lnTo>
                <a:lnTo>
                  <a:pt x="93119" y="1603282"/>
                </a:lnTo>
                <a:lnTo>
                  <a:pt x="76080" y="1556466"/>
                </a:lnTo>
                <a:lnTo>
                  <a:pt x="60630" y="1508372"/>
                </a:lnTo>
                <a:lnTo>
                  <a:pt x="46815" y="1459066"/>
                </a:lnTo>
                <a:lnTo>
                  <a:pt x="34686" y="1408618"/>
                </a:lnTo>
                <a:lnTo>
                  <a:pt x="24289" y="1357095"/>
                </a:lnTo>
                <a:lnTo>
                  <a:pt x="15674" y="1304565"/>
                </a:lnTo>
                <a:lnTo>
                  <a:pt x="8889" y="1251098"/>
                </a:lnTo>
                <a:lnTo>
                  <a:pt x="3983" y="1196761"/>
                </a:lnTo>
                <a:lnTo>
                  <a:pt x="1003" y="1141622"/>
                </a:lnTo>
                <a:lnTo>
                  <a:pt x="0" y="1085749"/>
                </a:lnTo>
                <a:lnTo>
                  <a:pt x="1003" y="1029876"/>
                </a:lnTo>
                <a:lnTo>
                  <a:pt x="3983" y="974737"/>
                </a:lnTo>
                <a:lnTo>
                  <a:pt x="8889" y="920400"/>
                </a:lnTo>
                <a:lnTo>
                  <a:pt x="15674" y="866933"/>
                </a:lnTo>
                <a:lnTo>
                  <a:pt x="24289" y="814403"/>
                </a:lnTo>
                <a:lnTo>
                  <a:pt x="34686" y="762880"/>
                </a:lnTo>
                <a:lnTo>
                  <a:pt x="46815" y="712432"/>
                </a:lnTo>
                <a:lnTo>
                  <a:pt x="60630" y="663126"/>
                </a:lnTo>
                <a:lnTo>
                  <a:pt x="76080" y="615032"/>
                </a:lnTo>
                <a:lnTo>
                  <a:pt x="93119" y="568216"/>
                </a:lnTo>
                <a:lnTo>
                  <a:pt x="111696" y="522748"/>
                </a:lnTo>
                <a:lnTo>
                  <a:pt x="131764" y="478696"/>
                </a:lnTo>
                <a:lnTo>
                  <a:pt x="153274" y="436128"/>
                </a:lnTo>
                <a:lnTo>
                  <a:pt x="176178" y="395111"/>
                </a:lnTo>
                <a:lnTo>
                  <a:pt x="200428" y="355716"/>
                </a:lnTo>
                <a:lnTo>
                  <a:pt x="225974" y="318008"/>
                </a:lnTo>
                <a:lnTo>
                  <a:pt x="252769" y="282057"/>
                </a:lnTo>
                <a:lnTo>
                  <a:pt x="280763" y="247932"/>
                </a:lnTo>
                <a:lnTo>
                  <a:pt x="309909" y="215699"/>
                </a:lnTo>
                <a:lnTo>
                  <a:pt x="340158" y="185428"/>
                </a:lnTo>
                <a:lnTo>
                  <a:pt x="371461" y="157187"/>
                </a:lnTo>
                <a:lnTo>
                  <a:pt x="403770" y="131044"/>
                </a:lnTo>
                <a:lnTo>
                  <a:pt x="437037" y="107066"/>
                </a:lnTo>
                <a:lnTo>
                  <a:pt x="471212" y="85323"/>
                </a:lnTo>
                <a:lnTo>
                  <a:pt x="506249" y="65882"/>
                </a:lnTo>
                <a:lnTo>
                  <a:pt x="542097" y="48813"/>
                </a:lnTo>
                <a:lnTo>
                  <a:pt x="578709" y="34182"/>
                </a:lnTo>
                <a:lnTo>
                  <a:pt x="616035" y="22058"/>
                </a:lnTo>
                <a:lnTo>
                  <a:pt x="654029" y="12510"/>
                </a:lnTo>
                <a:lnTo>
                  <a:pt x="692641" y="5605"/>
                </a:lnTo>
                <a:lnTo>
                  <a:pt x="731822" y="1412"/>
                </a:lnTo>
                <a:lnTo>
                  <a:pt x="771524" y="0"/>
                </a:lnTo>
                <a:lnTo>
                  <a:pt x="1820657" y="0"/>
                </a:lnTo>
                <a:lnTo>
                  <a:pt x="1820657" y="2171498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6793230" cy="10287000"/>
            <a:chOff x="0" y="0"/>
            <a:chExt cx="6793230" cy="102870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6793230" cy="10287000"/>
            </a:xfrm>
            <a:custGeom>
              <a:avLst/>
              <a:gdLst/>
              <a:ahLst/>
              <a:cxnLst/>
              <a:rect l="l" t="t" r="r" b="b"/>
              <a:pathLst>
                <a:path w="6793230" h="10287000">
                  <a:moveTo>
                    <a:pt x="6792707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6792707" y="0"/>
                  </a:lnTo>
                  <a:lnTo>
                    <a:pt x="6792707" y="10286999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46817" y="8630504"/>
              <a:ext cx="897255" cy="1656714"/>
            </a:xfrm>
            <a:custGeom>
              <a:avLst/>
              <a:gdLst/>
              <a:ahLst/>
              <a:cxnLst/>
              <a:rect l="l" t="t" r="r" b="b"/>
              <a:pathLst>
                <a:path w="897254" h="1656715">
                  <a:moveTo>
                    <a:pt x="897166" y="1656495"/>
                  </a:moveTo>
                  <a:lnTo>
                    <a:pt x="0" y="1656495"/>
                  </a:lnTo>
                  <a:lnTo>
                    <a:pt x="0" y="448583"/>
                  </a:lnTo>
                  <a:lnTo>
                    <a:pt x="2632" y="399705"/>
                  </a:lnTo>
                  <a:lnTo>
                    <a:pt x="10346" y="352351"/>
                  </a:lnTo>
                  <a:lnTo>
                    <a:pt x="22869" y="306796"/>
                  </a:lnTo>
                  <a:lnTo>
                    <a:pt x="39926" y="263312"/>
                  </a:lnTo>
                  <a:lnTo>
                    <a:pt x="61244" y="222174"/>
                  </a:lnTo>
                  <a:lnTo>
                    <a:pt x="86550" y="183655"/>
                  </a:lnTo>
                  <a:lnTo>
                    <a:pt x="115570" y="148029"/>
                  </a:lnTo>
                  <a:lnTo>
                    <a:pt x="148029" y="115570"/>
                  </a:lnTo>
                  <a:lnTo>
                    <a:pt x="183655" y="86550"/>
                  </a:lnTo>
                  <a:lnTo>
                    <a:pt x="222174" y="61244"/>
                  </a:lnTo>
                  <a:lnTo>
                    <a:pt x="263312" y="39926"/>
                  </a:lnTo>
                  <a:lnTo>
                    <a:pt x="306796" y="22869"/>
                  </a:lnTo>
                  <a:lnTo>
                    <a:pt x="352351" y="10346"/>
                  </a:lnTo>
                  <a:lnTo>
                    <a:pt x="399705" y="2632"/>
                  </a:lnTo>
                  <a:lnTo>
                    <a:pt x="448583" y="0"/>
                  </a:lnTo>
                  <a:lnTo>
                    <a:pt x="497461" y="2632"/>
                  </a:lnTo>
                  <a:lnTo>
                    <a:pt x="544815" y="10346"/>
                  </a:lnTo>
                  <a:lnTo>
                    <a:pt x="590370" y="22869"/>
                  </a:lnTo>
                  <a:lnTo>
                    <a:pt x="633854" y="39926"/>
                  </a:lnTo>
                  <a:lnTo>
                    <a:pt x="674992" y="61244"/>
                  </a:lnTo>
                  <a:lnTo>
                    <a:pt x="713511" y="86550"/>
                  </a:lnTo>
                  <a:lnTo>
                    <a:pt x="749137" y="115570"/>
                  </a:lnTo>
                  <a:lnTo>
                    <a:pt x="781596" y="148029"/>
                  </a:lnTo>
                  <a:lnTo>
                    <a:pt x="810616" y="183655"/>
                  </a:lnTo>
                  <a:lnTo>
                    <a:pt x="835922" y="222174"/>
                  </a:lnTo>
                  <a:lnTo>
                    <a:pt x="857240" y="263312"/>
                  </a:lnTo>
                  <a:lnTo>
                    <a:pt x="874297" y="306796"/>
                  </a:lnTo>
                  <a:lnTo>
                    <a:pt x="886820" y="352351"/>
                  </a:lnTo>
                  <a:lnTo>
                    <a:pt x="894534" y="399705"/>
                  </a:lnTo>
                  <a:lnTo>
                    <a:pt x="897166" y="448583"/>
                  </a:lnTo>
                  <a:lnTo>
                    <a:pt x="897166" y="16564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95882" y="2456938"/>
            <a:ext cx="8010524" cy="631507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0569" rIns="0" bIns="0" rtlCol="0">
            <a:spAutoFit/>
          </a:bodyPr>
          <a:lstStyle/>
          <a:p>
            <a:pPr marL="261620">
              <a:lnSpc>
                <a:spcPct val="100000"/>
              </a:lnSpc>
              <a:spcBef>
                <a:spcPts val="105"/>
              </a:spcBef>
            </a:pPr>
            <a:r>
              <a:rPr sz="4700" b="1" spc="520" dirty="0">
                <a:solidFill>
                  <a:srgbClr val="FFFFFF"/>
                </a:solidFill>
                <a:latin typeface="Trebuchet MS"/>
                <a:cs typeface="Trebuchet MS"/>
              </a:rPr>
              <a:t>WHAT</a:t>
            </a:r>
            <a:r>
              <a:rPr sz="4700" b="1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700" b="1" spc="434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4700" b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700" b="1" spc="395" dirty="0">
                <a:solidFill>
                  <a:srgbClr val="FFFFFF"/>
                </a:solidFill>
                <a:latin typeface="Trebuchet MS"/>
                <a:cs typeface="Trebuchet MS"/>
              </a:rPr>
              <a:t>VLSI</a:t>
            </a:r>
            <a:endParaRPr sz="47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2529" y="3361616"/>
            <a:ext cx="5960110" cy="2254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1755">
              <a:lnSpc>
                <a:spcPct val="116100"/>
              </a:lnSpc>
              <a:spcBef>
                <a:spcPts val="95"/>
              </a:spcBef>
            </a:pPr>
            <a:r>
              <a:rPr sz="21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VLSI</a:t>
            </a:r>
            <a:r>
              <a:rPr sz="21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stands</a:t>
            </a:r>
            <a:r>
              <a:rPr sz="21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sz="21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dirty="0">
                <a:solidFill>
                  <a:srgbClr val="FFFFFF"/>
                </a:solidFill>
                <a:latin typeface="Lucida Sans Unicode"/>
                <a:cs typeface="Lucida Sans Unicode"/>
              </a:rPr>
              <a:t>Very</a:t>
            </a:r>
            <a:r>
              <a:rPr sz="21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dirty="0">
                <a:solidFill>
                  <a:srgbClr val="FFFFFF"/>
                </a:solidFill>
                <a:latin typeface="Lucida Sans Unicode"/>
                <a:cs typeface="Lucida Sans Unicode"/>
              </a:rPr>
              <a:t>Large</a:t>
            </a:r>
            <a:r>
              <a:rPr sz="21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Scale</a:t>
            </a:r>
            <a:r>
              <a:rPr sz="21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Integration. </a:t>
            </a:r>
            <a:r>
              <a:rPr sz="21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It</a:t>
            </a:r>
            <a:r>
              <a:rPr sz="21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135" dirty="0">
                <a:solidFill>
                  <a:srgbClr val="FFFFFF"/>
                </a:solidFill>
                <a:latin typeface="Lucida Sans Unicode"/>
                <a:cs typeface="Lucida Sans Unicode"/>
              </a:rPr>
              <a:t>means</a:t>
            </a:r>
            <a:r>
              <a:rPr sz="21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dirty="0">
                <a:solidFill>
                  <a:srgbClr val="FFFFFF"/>
                </a:solidFill>
                <a:latin typeface="Lucida Sans Unicode"/>
                <a:cs typeface="Lucida Sans Unicode"/>
              </a:rPr>
              <a:t>integrating</a:t>
            </a:r>
            <a:r>
              <a:rPr sz="21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dirty="0">
                <a:solidFill>
                  <a:srgbClr val="FFFFFF"/>
                </a:solidFill>
                <a:latin typeface="Lucida Sans Unicode"/>
                <a:cs typeface="Lucida Sans Unicode"/>
              </a:rPr>
              <a:t>millions</a:t>
            </a:r>
            <a:r>
              <a:rPr sz="21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(or</a:t>
            </a:r>
            <a:r>
              <a:rPr sz="21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even </a:t>
            </a:r>
            <a:r>
              <a:rPr sz="2100" dirty="0">
                <a:solidFill>
                  <a:srgbClr val="FFFFFF"/>
                </a:solidFill>
                <a:latin typeface="Lucida Sans Unicode"/>
                <a:cs typeface="Lucida Sans Unicode"/>
              </a:rPr>
              <a:t>billions)</a:t>
            </a:r>
            <a:r>
              <a:rPr sz="21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dirty="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sz="21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dirty="0">
                <a:solidFill>
                  <a:srgbClr val="FFFFFF"/>
                </a:solidFill>
                <a:latin typeface="Lucida Sans Unicode"/>
                <a:cs typeface="Lucida Sans Unicode"/>
              </a:rPr>
              <a:t>transistors</a:t>
            </a:r>
            <a:r>
              <a:rPr sz="21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on</a:t>
            </a:r>
            <a:r>
              <a:rPr sz="21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265" dirty="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sz="21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dirty="0">
                <a:solidFill>
                  <a:srgbClr val="FFFFFF"/>
                </a:solidFill>
                <a:latin typeface="Lucida Sans Unicode"/>
                <a:cs typeface="Lucida Sans Unicode"/>
              </a:rPr>
              <a:t>single</a:t>
            </a:r>
            <a:r>
              <a:rPr sz="21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silicon</a:t>
            </a:r>
            <a:r>
              <a:rPr sz="2100" spc="5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chip</a:t>
            </a:r>
            <a:r>
              <a:rPr sz="21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dirty="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sz="21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dirty="0">
                <a:solidFill>
                  <a:srgbClr val="FFFFFF"/>
                </a:solidFill>
                <a:latin typeface="Lucida Sans Unicode"/>
                <a:cs typeface="Lucida Sans Unicode"/>
              </a:rPr>
              <a:t>build</a:t>
            </a:r>
            <a:r>
              <a:rPr sz="21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complex</a:t>
            </a:r>
            <a:r>
              <a:rPr sz="21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electronic</a:t>
            </a:r>
            <a:r>
              <a:rPr sz="21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systems</a:t>
            </a:r>
            <a:r>
              <a:rPr sz="21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— like</a:t>
            </a:r>
            <a:r>
              <a:rPr sz="21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dirty="0">
                <a:solidFill>
                  <a:srgbClr val="FFFFFF"/>
                </a:solidFill>
                <a:latin typeface="Lucida Sans Unicode"/>
                <a:cs typeface="Lucida Sans Unicode"/>
              </a:rPr>
              <a:t>microprocessors,</a:t>
            </a:r>
            <a:r>
              <a:rPr sz="21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memory</a:t>
            </a:r>
            <a:r>
              <a:rPr sz="21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dirty="0">
                <a:solidFill>
                  <a:srgbClr val="FFFFFF"/>
                </a:solidFill>
                <a:latin typeface="Lucida Sans Unicode"/>
                <a:cs typeface="Lucida Sans Unicode"/>
              </a:rPr>
              <a:t>chips,</a:t>
            </a:r>
            <a:r>
              <a:rPr sz="21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SoCs </a:t>
            </a:r>
            <a:r>
              <a:rPr sz="21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(System</a:t>
            </a:r>
            <a:r>
              <a:rPr sz="21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on</a:t>
            </a:r>
            <a:r>
              <a:rPr sz="21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dirty="0">
                <a:solidFill>
                  <a:srgbClr val="FFFFFF"/>
                </a:solidFill>
                <a:latin typeface="Lucida Sans Unicode"/>
                <a:cs typeface="Lucida Sans Unicode"/>
              </a:rPr>
              <a:t>Chips),</a:t>
            </a:r>
            <a:r>
              <a:rPr sz="21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135" dirty="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sz="21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more.</a:t>
            </a:r>
            <a:endParaRPr sz="2100">
              <a:latin typeface="Lucida Sans Unicode"/>
              <a:cs typeface="Lucida Sans Unicode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5254" y="7425057"/>
            <a:ext cx="95250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5254" y="7796531"/>
            <a:ext cx="95250" cy="952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5254" y="8168006"/>
            <a:ext cx="95250" cy="952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5254" y="8539481"/>
            <a:ext cx="95250" cy="952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5254" y="8910956"/>
            <a:ext cx="95250" cy="952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5254" y="9282431"/>
            <a:ext cx="95250" cy="9524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72529" y="6866270"/>
            <a:ext cx="4873625" cy="262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1170" marR="5080" indent="-459105">
              <a:lnSpc>
                <a:spcPct val="116100"/>
              </a:lnSpc>
              <a:spcBef>
                <a:spcPts val="95"/>
              </a:spcBef>
            </a:pPr>
            <a:r>
              <a:rPr sz="2100" b="1" spc="145" dirty="0">
                <a:solidFill>
                  <a:srgbClr val="FFFFFF"/>
                </a:solidFill>
                <a:latin typeface="Trebuchet MS"/>
                <a:cs typeface="Trebuchet MS"/>
              </a:rPr>
              <a:t>Applications</a:t>
            </a:r>
            <a:r>
              <a:rPr sz="2100" b="1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7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2100" b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65" dirty="0">
                <a:solidFill>
                  <a:srgbClr val="FFFFFF"/>
                </a:solidFill>
                <a:latin typeface="Trebuchet MS"/>
                <a:cs typeface="Trebuchet MS"/>
              </a:rPr>
              <a:t>VLSI </a:t>
            </a:r>
            <a:r>
              <a:rPr sz="21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Microprocessors</a:t>
            </a:r>
            <a:r>
              <a:rPr sz="21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(Intel,</a:t>
            </a:r>
            <a:r>
              <a:rPr sz="21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AMD) </a:t>
            </a:r>
            <a:r>
              <a:rPr sz="2100" dirty="0">
                <a:solidFill>
                  <a:srgbClr val="FFFFFF"/>
                </a:solidFill>
                <a:latin typeface="Lucida Sans Unicode"/>
                <a:cs typeface="Lucida Sans Unicode"/>
              </a:rPr>
              <a:t>Mobile</a:t>
            </a:r>
            <a:r>
              <a:rPr sz="21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SoCs</a:t>
            </a:r>
            <a:r>
              <a:rPr sz="21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(Qualcomm,</a:t>
            </a:r>
            <a:r>
              <a:rPr sz="21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70" dirty="0">
                <a:solidFill>
                  <a:srgbClr val="FFFFFF"/>
                </a:solidFill>
                <a:latin typeface="Lucida Sans Unicode"/>
                <a:cs typeface="Lucida Sans Unicode"/>
              </a:rPr>
              <a:t>Apple) </a:t>
            </a:r>
            <a:r>
              <a:rPr sz="2100" dirty="0">
                <a:solidFill>
                  <a:srgbClr val="FFFFFF"/>
                </a:solidFill>
                <a:latin typeface="Lucida Sans Unicode"/>
                <a:cs typeface="Lucida Sans Unicode"/>
              </a:rPr>
              <a:t>GPUs</a:t>
            </a:r>
            <a:r>
              <a:rPr sz="21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(NVIDIA)</a:t>
            </a:r>
            <a:endParaRPr sz="2100">
              <a:latin typeface="Lucida Sans Unicode"/>
              <a:cs typeface="Lucida Sans Unicode"/>
            </a:endParaRPr>
          </a:p>
          <a:p>
            <a:pPr marL="471170" marR="1381125">
              <a:lnSpc>
                <a:spcPct val="116100"/>
              </a:lnSpc>
            </a:pPr>
            <a:r>
              <a:rPr sz="21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Memory</a:t>
            </a:r>
            <a:r>
              <a:rPr sz="21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(DRAM,</a:t>
            </a:r>
            <a:r>
              <a:rPr sz="21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Flash) </a:t>
            </a:r>
            <a:r>
              <a:rPr sz="2100" dirty="0">
                <a:solidFill>
                  <a:srgbClr val="FFFFFF"/>
                </a:solidFill>
                <a:latin typeface="Lucida Sans Unicode"/>
                <a:cs typeface="Lucida Sans Unicode"/>
              </a:rPr>
              <a:t>Automotive</a:t>
            </a:r>
            <a:r>
              <a:rPr sz="2100" spc="3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45" dirty="0">
                <a:solidFill>
                  <a:srgbClr val="FFFFFF"/>
                </a:solidFill>
                <a:latin typeface="Lucida Sans Unicode"/>
                <a:cs typeface="Lucida Sans Unicode"/>
              </a:rPr>
              <a:t>chips</a:t>
            </a:r>
            <a:endParaRPr sz="2100">
              <a:latin typeface="Lucida Sans Unicode"/>
              <a:cs typeface="Lucida Sans Unicode"/>
            </a:endParaRPr>
          </a:p>
          <a:p>
            <a:pPr marL="471170">
              <a:lnSpc>
                <a:spcPct val="100000"/>
              </a:lnSpc>
              <a:spcBef>
                <a:spcPts val="400"/>
              </a:spcBef>
            </a:pPr>
            <a:r>
              <a:rPr sz="21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AI</a:t>
            </a:r>
            <a:r>
              <a:rPr sz="21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1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accelerators</a:t>
            </a:r>
            <a:endParaRPr sz="21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1908042" y="0"/>
            <a:ext cx="6380480" cy="10287000"/>
          </a:xfrm>
          <a:custGeom>
            <a:avLst/>
            <a:gdLst/>
            <a:ahLst/>
            <a:cxnLst/>
            <a:rect l="l" t="t" r="r" b="b"/>
            <a:pathLst>
              <a:path w="6380480" h="10287000">
                <a:moveTo>
                  <a:pt x="6379957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6379957" y="0"/>
                </a:lnTo>
                <a:lnTo>
                  <a:pt x="6379957" y="10286999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006344"/>
            <a:ext cx="631825" cy="6464300"/>
          </a:xfrm>
          <a:custGeom>
            <a:avLst/>
            <a:gdLst/>
            <a:ahLst/>
            <a:cxnLst/>
            <a:rect l="l" t="t" r="r" b="b"/>
            <a:pathLst>
              <a:path w="631825" h="6464300">
                <a:moveTo>
                  <a:pt x="195190" y="6464048"/>
                </a:moveTo>
                <a:lnTo>
                  <a:pt x="0" y="6464048"/>
                </a:lnTo>
                <a:lnTo>
                  <a:pt x="0" y="0"/>
                </a:lnTo>
                <a:lnTo>
                  <a:pt x="145616" y="0"/>
                </a:lnTo>
                <a:lnTo>
                  <a:pt x="193629" y="2377"/>
                </a:lnTo>
                <a:lnTo>
                  <a:pt x="240828" y="9420"/>
                </a:lnTo>
                <a:lnTo>
                  <a:pt x="286896" y="20997"/>
                </a:lnTo>
                <a:lnTo>
                  <a:pt x="331514" y="36977"/>
                </a:lnTo>
                <a:lnTo>
                  <a:pt x="374363" y="57227"/>
                </a:lnTo>
                <a:lnTo>
                  <a:pt x="415124" y="81615"/>
                </a:lnTo>
                <a:lnTo>
                  <a:pt x="453480" y="110010"/>
                </a:lnTo>
                <a:lnTo>
                  <a:pt x="489111" y="142280"/>
                </a:lnTo>
                <a:lnTo>
                  <a:pt x="521380" y="177911"/>
                </a:lnTo>
                <a:lnTo>
                  <a:pt x="549775" y="216266"/>
                </a:lnTo>
                <a:lnTo>
                  <a:pt x="574163" y="257028"/>
                </a:lnTo>
                <a:lnTo>
                  <a:pt x="594413" y="299877"/>
                </a:lnTo>
                <a:lnTo>
                  <a:pt x="610393" y="344494"/>
                </a:lnTo>
                <a:lnTo>
                  <a:pt x="621971" y="390562"/>
                </a:lnTo>
                <a:lnTo>
                  <a:pt x="629014" y="437762"/>
                </a:lnTo>
                <a:lnTo>
                  <a:pt x="631391" y="485775"/>
                </a:lnTo>
                <a:lnTo>
                  <a:pt x="631391" y="5980883"/>
                </a:lnTo>
                <a:lnTo>
                  <a:pt x="629014" y="6028896"/>
                </a:lnTo>
                <a:lnTo>
                  <a:pt x="621971" y="6076096"/>
                </a:lnTo>
                <a:lnTo>
                  <a:pt x="610393" y="6122163"/>
                </a:lnTo>
                <a:lnTo>
                  <a:pt x="594413" y="6166781"/>
                </a:lnTo>
                <a:lnTo>
                  <a:pt x="574163" y="6209630"/>
                </a:lnTo>
                <a:lnTo>
                  <a:pt x="549775" y="6250391"/>
                </a:lnTo>
                <a:lnTo>
                  <a:pt x="521380" y="6288747"/>
                </a:lnTo>
                <a:lnTo>
                  <a:pt x="489111" y="6324378"/>
                </a:lnTo>
                <a:lnTo>
                  <a:pt x="453480" y="6356647"/>
                </a:lnTo>
                <a:lnTo>
                  <a:pt x="415124" y="6385042"/>
                </a:lnTo>
                <a:lnTo>
                  <a:pt x="374363" y="6409431"/>
                </a:lnTo>
                <a:lnTo>
                  <a:pt x="331514" y="6429681"/>
                </a:lnTo>
                <a:lnTo>
                  <a:pt x="286896" y="6445661"/>
                </a:lnTo>
                <a:lnTo>
                  <a:pt x="240828" y="6457238"/>
                </a:lnTo>
                <a:lnTo>
                  <a:pt x="195190" y="6464048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08042" y="2006344"/>
            <a:ext cx="6048374" cy="59531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91408" y="2200019"/>
            <a:ext cx="4752974" cy="690562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45" rIns="0" bIns="0" rtlCol="0">
            <a:spAutoFit/>
          </a:bodyPr>
          <a:lstStyle/>
          <a:p>
            <a:pPr marL="433070">
              <a:lnSpc>
                <a:spcPct val="100000"/>
              </a:lnSpc>
              <a:spcBef>
                <a:spcPts val="100"/>
              </a:spcBef>
            </a:pPr>
            <a:r>
              <a:rPr sz="5600" b="1" spc="195" dirty="0">
                <a:solidFill>
                  <a:srgbClr val="000000"/>
                </a:solidFill>
                <a:latin typeface="Trebuchet MS"/>
                <a:cs typeface="Trebuchet MS"/>
              </a:rPr>
              <a:t>VSLI</a:t>
            </a:r>
            <a:r>
              <a:rPr sz="5600" b="1" spc="-50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5600" b="1" spc="180" dirty="0">
                <a:solidFill>
                  <a:srgbClr val="000000"/>
                </a:solidFill>
                <a:latin typeface="Trebuchet MS"/>
                <a:cs typeface="Trebuchet MS"/>
              </a:rPr>
              <a:t>FRONTEND</a:t>
            </a:r>
            <a:r>
              <a:rPr sz="5600" b="1" spc="-49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5600" b="1" spc="310" dirty="0">
                <a:solidFill>
                  <a:srgbClr val="000000"/>
                </a:solidFill>
                <a:latin typeface="Trebuchet MS"/>
                <a:cs typeface="Trebuchet MS"/>
              </a:rPr>
              <a:t>DESIGN</a:t>
            </a:r>
            <a:r>
              <a:rPr sz="5600" b="1" spc="-49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5600" b="1" spc="150" dirty="0">
                <a:solidFill>
                  <a:srgbClr val="000000"/>
                </a:solidFill>
                <a:latin typeface="Trebuchet MS"/>
                <a:cs typeface="Trebuchet MS"/>
              </a:rPr>
              <a:t>FLOW</a:t>
            </a:r>
            <a:endParaRPr sz="5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4502249"/>
            <a:ext cx="18288000" cy="2006600"/>
          </a:xfrm>
          <a:custGeom>
            <a:avLst/>
            <a:gdLst/>
            <a:ahLst/>
            <a:cxnLst/>
            <a:rect l="l" t="t" r="r" b="b"/>
            <a:pathLst>
              <a:path w="18288000" h="2006600">
                <a:moveTo>
                  <a:pt x="18059400" y="2006600"/>
                </a:moveTo>
                <a:lnTo>
                  <a:pt x="228600" y="2006600"/>
                </a:lnTo>
                <a:lnTo>
                  <a:pt x="180587" y="2004223"/>
                </a:lnTo>
                <a:lnTo>
                  <a:pt x="133387" y="1997180"/>
                </a:lnTo>
                <a:lnTo>
                  <a:pt x="87319" y="1985602"/>
                </a:lnTo>
                <a:lnTo>
                  <a:pt x="42701" y="1969622"/>
                </a:lnTo>
                <a:lnTo>
                  <a:pt x="0" y="1949442"/>
                </a:lnTo>
                <a:lnTo>
                  <a:pt x="0" y="57158"/>
                </a:lnTo>
                <a:lnTo>
                  <a:pt x="42701" y="36977"/>
                </a:lnTo>
                <a:lnTo>
                  <a:pt x="87319" y="20997"/>
                </a:lnTo>
                <a:lnTo>
                  <a:pt x="133387" y="9420"/>
                </a:lnTo>
                <a:lnTo>
                  <a:pt x="180587" y="2377"/>
                </a:lnTo>
                <a:lnTo>
                  <a:pt x="228600" y="0"/>
                </a:lnTo>
                <a:lnTo>
                  <a:pt x="18059400" y="0"/>
                </a:lnTo>
                <a:lnTo>
                  <a:pt x="18107413" y="2377"/>
                </a:lnTo>
                <a:lnTo>
                  <a:pt x="18154612" y="9420"/>
                </a:lnTo>
                <a:lnTo>
                  <a:pt x="18200680" y="20997"/>
                </a:lnTo>
                <a:lnTo>
                  <a:pt x="18245298" y="36977"/>
                </a:lnTo>
                <a:lnTo>
                  <a:pt x="18288000" y="57158"/>
                </a:lnTo>
                <a:lnTo>
                  <a:pt x="18288000" y="1949442"/>
                </a:lnTo>
                <a:lnTo>
                  <a:pt x="18245298" y="1969622"/>
                </a:lnTo>
                <a:lnTo>
                  <a:pt x="18200680" y="1985602"/>
                </a:lnTo>
                <a:lnTo>
                  <a:pt x="18154612" y="1997180"/>
                </a:lnTo>
                <a:lnTo>
                  <a:pt x="18107413" y="2004223"/>
                </a:lnTo>
                <a:lnTo>
                  <a:pt x="18059400" y="2006600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4959" y="491743"/>
            <a:ext cx="5786755" cy="89026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650" b="1" spc="450" dirty="0">
                <a:solidFill>
                  <a:srgbClr val="000000"/>
                </a:solidFill>
                <a:latin typeface="Trebuchet MS"/>
                <a:cs typeface="Trebuchet MS"/>
              </a:rPr>
              <a:t>SPECIFICATION</a:t>
            </a:r>
            <a:endParaRPr sz="56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6180" y="2163896"/>
            <a:ext cx="15433040" cy="1413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1615" marR="5080" indent="-209550">
              <a:lnSpc>
                <a:spcPct val="115300"/>
              </a:lnSpc>
              <a:spcBef>
                <a:spcPts val="100"/>
              </a:spcBef>
            </a:pPr>
            <a:r>
              <a:rPr sz="3950" spc="-20" dirty="0">
                <a:solidFill>
                  <a:srgbClr val="2F3641"/>
                </a:solidFill>
                <a:latin typeface="Lucida Sans Unicode"/>
                <a:cs typeface="Lucida Sans Unicode"/>
              </a:rPr>
              <a:t>In</a:t>
            </a:r>
            <a:r>
              <a:rPr sz="3950" spc="-21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3950" spc="-75" dirty="0">
                <a:solidFill>
                  <a:srgbClr val="2F3641"/>
                </a:solidFill>
                <a:latin typeface="Lucida Sans Unicode"/>
                <a:cs typeface="Lucida Sans Unicode"/>
              </a:rPr>
              <a:t>VLSI</a:t>
            </a:r>
            <a:r>
              <a:rPr sz="3950" spc="-204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3950" spc="160" dirty="0">
                <a:solidFill>
                  <a:srgbClr val="2F3641"/>
                </a:solidFill>
                <a:latin typeface="Lucida Sans Unicode"/>
                <a:cs typeface="Lucida Sans Unicode"/>
              </a:rPr>
              <a:t>(Very</a:t>
            </a:r>
            <a:r>
              <a:rPr sz="3950" spc="-204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3950" spc="65" dirty="0">
                <a:solidFill>
                  <a:srgbClr val="2F3641"/>
                </a:solidFill>
                <a:latin typeface="Lucida Sans Unicode"/>
                <a:cs typeface="Lucida Sans Unicode"/>
              </a:rPr>
              <a:t>Large</a:t>
            </a:r>
            <a:r>
              <a:rPr sz="3950" spc="-204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3950" spc="204" dirty="0">
                <a:solidFill>
                  <a:srgbClr val="2F3641"/>
                </a:solidFill>
                <a:latin typeface="Lucida Sans Unicode"/>
                <a:cs typeface="Lucida Sans Unicode"/>
              </a:rPr>
              <a:t>Scale</a:t>
            </a:r>
            <a:r>
              <a:rPr sz="3950" spc="-21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3950" spc="80" dirty="0">
                <a:solidFill>
                  <a:srgbClr val="2F3641"/>
                </a:solidFill>
                <a:latin typeface="Lucida Sans Unicode"/>
                <a:cs typeface="Lucida Sans Unicode"/>
              </a:rPr>
              <a:t>Integration)</a:t>
            </a:r>
            <a:r>
              <a:rPr sz="3950" spc="-204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3950" dirty="0">
                <a:solidFill>
                  <a:srgbClr val="2F3641"/>
                </a:solidFill>
                <a:latin typeface="Lucida Sans Unicode"/>
                <a:cs typeface="Lucida Sans Unicode"/>
              </a:rPr>
              <a:t>design,</a:t>
            </a:r>
            <a:r>
              <a:rPr sz="3950" spc="-204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3950" spc="75" dirty="0">
                <a:solidFill>
                  <a:srgbClr val="2F3641"/>
                </a:solidFill>
                <a:latin typeface="Lucida Sans Unicode"/>
                <a:cs typeface="Lucida Sans Unicode"/>
              </a:rPr>
              <a:t>the</a:t>
            </a:r>
            <a:r>
              <a:rPr sz="3950" spc="-204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3950" spc="75" dirty="0">
                <a:solidFill>
                  <a:srgbClr val="2F3641"/>
                </a:solidFill>
                <a:latin typeface="Lucida Sans Unicode"/>
                <a:cs typeface="Lucida Sans Unicode"/>
              </a:rPr>
              <a:t>Specification </a:t>
            </a:r>
            <a:r>
              <a:rPr sz="3950" spc="170" dirty="0">
                <a:solidFill>
                  <a:srgbClr val="2F3641"/>
                </a:solidFill>
                <a:latin typeface="Lucida Sans Unicode"/>
                <a:cs typeface="Lucida Sans Unicode"/>
              </a:rPr>
              <a:t>stage</a:t>
            </a:r>
            <a:r>
              <a:rPr sz="3950" spc="-204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3950" spc="-30" dirty="0">
                <a:solidFill>
                  <a:srgbClr val="2F3641"/>
                </a:solidFill>
                <a:latin typeface="Lucida Sans Unicode"/>
                <a:cs typeface="Lucida Sans Unicode"/>
              </a:rPr>
              <a:t>is</a:t>
            </a:r>
            <a:r>
              <a:rPr sz="3950" spc="-20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3950" spc="75" dirty="0">
                <a:solidFill>
                  <a:srgbClr val="2F3641"/>
                </a:solidFill>
                <a:latin typeface="Lucida Sans Unicode"/>
                <a:cs typeface="Lucida Sans Unicode"/>
              </a:rPr>
              <a:t>the</a:t>
            </a:r>
            <a:r>
              <a:rPr sz="3950" spc="-204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3950" spc="-100" dirty="0">
                <a:solidFill>
                  <a:srgbClr val="2F3641"/>
                </a:solidFill>
                <a:latin typeface="Lucida Sans Unicode"/>
                <a:cs typeface="Lucida Sans Unicode"/>
              </a:rPr>
              <a:t>first</a:t>
            </a:r>
            <a:r>
              <a:rPr sz="3950" spc="-20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3950" spc="220" dirty="0">
                <a:solidFill>
                  <a:srgbClr val="2F3641"/>
                </a:solidFill>
                <a:latin typeface="Lucida Sans Unicode"/>
                <a:cs typeface="Lucida Sans Unicode"/>
              </a:rPr>
              <a:t>and</a:t>
            </a:r>
            <a:r>
              <a:rPr sz="3950" spc="-20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3950" spc="110" dirty="0">
                <a:solidFill>
                  <a:srgbClr val="2F3641"/>
                </a:solidFill>
                <a:latin typeface="Lucida Sans Unicode"/>
                <a:cs typeface="Lucida Sans Unicode"/>
              </a:rPr>
              <a:t>most</a:t>
            </a:r>
            <a:r>
              <a:rPr sz="3950" spc="-204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3950" spc="75" dirty="0">
                <a:solidFill>
                  <a:srgbClr val="2F3641"/>
                </a:solidFill>
                <a:latin typeface="Lucida Sans Unicode"/>
                <a:cs typeface="Lucida Sans Unicode"/>
              </a:rPr>
              <a:t>important</a:t>
            </a:r>
            <a:r>
              <a:rPr sz="3950" spc="-20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3950" spc="95" dirty="0">
                <a:solidFill>
                  <a:srgbClr val="2F3641"/>
                </a:solidFill>
                <a:latin typeface="Lucida Sans Unicode"/>
                <a:cs typeface="Lucida Sans Unicode"/>
              </a:rPr>
              <a:t>step</a:t>
            </a:r>
            <a:r>
              <a:rPr sz="3950" spc="-204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3950" spc="-20" dirty="0">
                <a:solidFill>
                  <a:srgbClr val="2F3641"/>
                </a:solidFill>
                <a:latin typeface="Lucida Sans Unicode"/>
                <a:cs typeface="Lucida Sans Unicode"/>
              </a:rPr>
              <a:t>in</a:t>
            </a:r>
            <a:r>
              <a:rPr sz="3950" spc="-20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3950" spc="75" dirty="0">
                <a:solidFill>
                  <a:srgbClr val="2F3641"/>
                </a:solidFill>
                <a:latin typeface="Lucida Sans Unicode"/>
                <a:cs typeface="Lucida Sans Unicode"/>
              </a:rPr>
              <a:t>the</a:t>
            </a:r>
            <a:r>
              <a:rPr sz="3950" spc="-20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3950" spc="80" dirty="0">
                <a:solidFill>
                  <a:srgbClr val="2F3641"/>
                </a:solidFill>
                <a:latin typeface="Lucida Sans Unicode"/>
                <a:cs typeface="Lucida Sans Unicode"/>
              </a:rPr>
              <a:t>design</a:t>
            </a:r>
            <a:r>
              <a:rPr sz="3950" spc="-204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3950" spc="-20" dirty="0">
                <a:solidFill>
                  <a:srgbClr val="2F3641"/>
                </a:solidFill>
                <a:latin typeface="Lucida Sans Unicode"/>
                <a:cs typeface="Lucida Sans Unicode"/>
              </a:rPr>
              <a:t>flow</a:t>
            </a:r>
            <a:endParaRPr sz="3950">
              <a:latin typeface="Lucida Sans Unicode"/>
              <a:cs typeface="Lucida Sans Unicode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42579" y="7587386"/>
            <a:ext cx="95250" cy="95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42579" y="7977910"/>
            <a:ext cx="95250" cy="95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42579" y="8368435"/>
            <a:ext cx="95250" cy="95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42579" y="8758960"/>
            <a:ext cx="95250" cy="95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42579" y="9149485"/>
            <a:ext cx="95250" cy="952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42579" y="9540010"/>
            <a:ext cx="95250" cy="9524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632122" y="6578525"/>
            <a:ext cx="4497070" cy="3173730"/>
          </a:xfrm>
          <a:prstGeom prst="rect">
            <a:avLst/>
          </a:prstGeom>
        </p:spPr>
        <p:txBody>
          <a:bodyPr vert="horz" wrap="square" lIns="0" tIns="259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0"/>
              </a:spcBef>
            </a:pPr>
            <a:r>
              <a:rPr sz="2700" b="1" spc="190" dirty="0">
                <a:solidFill>
                  <a:srgbClr val="2F3641"/>
                </a:solidFill>
                <a:latin typeface="Trebuchet MS"/>
                <a:cs typeface="Trebuchet MS"/>
              </a:rPr>
              <a:t>Contents</a:t>
            </a:r>
            <a:r>
              <a:rPr sz="2700" b="1" spc="-229" dirty="0">
                <a:solidFill>
                  <a:srgbClr val="2F3641"/>
                </a:solidFill>
                <a:latin typeface="Trebuchet MS"/>
                <a:cs typeface="Trebuchet MS"/>
              </a:rPr>
              <a:t> </a:t>
            </a:r>
            <a:r>
              <a:rPr sz="2700" b="1" spc="80" dirty="0">
                <a:solidFill>
                  <a:srgbClr val="2F3641"/>
                </a:solidFill>
                <a:latin typeface="Trebuchet MS"/>
                <a:cs typeface="Trebuchet MS"/>
              </a:rPr>
              <a:t>of</a:t>
            </a:r>
            <a:r>
              <a:rPr sz="2700" b="1" spc="-229" dirty="0">
                <a:solidFill>
                  <a:srgbClr val="2F3641"/>
                </a:solidFill>
                <a:latin typeface="Trebuchet MS"/>
                <a:cs typeface="Trebuchet MS"/>
              </a:rPr>
              <a:t> </a:t>
            </a:r>
            <a:r>
              <a:rPr sz="2700" b="1" spc="135" dirty="0">
                <a:solidFill>
                  <a:srgbClr val="2F3641"/>
                </a:solidFill>
                <a:latin typeface="Trebuchet MS"/>
                <a:cs typeface="Trebuchet MS"/>
              </a:rPr>
              <a:t>Specification</a:t>
            </a:r>
            <a:endParaRPr sz="2700">
              <a:latin typeface="Trebuchet MS"/>
              <a:cs typeface="Trebuchet MS"/>
            </a:endParaRPr>
          </a:p>
          <a:p>
            <a:pPr marL="479425" marR="5080" indent="-635" algn="ctr">
              <a:lnSpc>
                <a:spcPct val="116500"/>
              </a:lnSpc>
              <a:spcBef>
                <a:spcPts val="1150"/>
              </a:spcBef>
            </a:pPr>
            <a:r>
              <a:rPr sz="2200" b="1" spc="114" dirty="0">
                <a:solidFill>
                  <a:srgbClr val="2F3641"/>
                </a:solidFill>
                <a:latin typeface="Trebuchet MS"/>
                <a:cs typeface="Trebuchet MS"/>
              </a:rPr>
              <a:t>Functional</a:t>
            </a:r>
            <a:r>
              <a:rPr sz="2200" b="1" spc="-175" dirty="0">
                <a:solidFill>
                  <a:srgbClr val="2F3641"/>
                </a:solidFill>
                <a:latin typeface="Trebuchet MS"/>
                <a:cs typeface="Trebuchet MS"/>
              </a:rPr>
              <a:t> </a:t>
            </a:r>
            <a:r>
              <a:rPr sz="2200" b="1" spc="110" dirty="0">
                <a:solidFill>
                  <a:srgbClr val="2F3641"/>
                </a:solidFill>
                <a:latin typeface="Trebuchet MS"/>
                <a:cs typeface="Trebuchet MS"/>
              </a:rPr>
              <a:t>Description </a:t>
            </a:r>
            <a:r>
              <a:rPr sz="2200" b="1" spc="145" dirty="0">
                <a:solidFill>
                  <a:srgbClr val="2F3641"/>
                </a:solidFill>
                <a:latin typeface="Trebuchet MS"/>
                <a:cs typeface="Trebuchet MS"/>
              </a:rPr>
              <a:t>Performance</a:t>
            </a:r>
            <a:r>
              <a:rPr sz="2200" b="1" spc="-195" dirty="0">
                <a:solidFill>
                  <a:srgbClr val="2F3641"/>
                </a:solidFill>
                <a:latin typeface="Trebuchet MS"/>
                <a:cs typeface="Trebuchet MS"/>
              </a:rPr>
              <a:t> </a:t>
            </a:r>
            <a:r>
              <a:rPr sz="2200" b="1" spc="130" dirty="0">
                <a:solidFill>
                  <a:srgbClr val="2F3641"/>
                </a:solidFill>
                <a:latin typeface="Trebuchet MS"/>
                <a:cs typeface="Trebuchet MS"/>
              </a:rPr>
              <a:t>Requirements </a:t>
            </a:r>
            <a:r>
              <a:rPr sz="2200" b="1" spc="105" dirty="0">
                <a:solidFill>
                  <a:srgbClr val="2F3641"/>
                </a:solidFill>
                <a:latin typeface="Trebuchet MS"/>
                <a:cs typeface="Trebuchet MS"/>
              </a:rPr>
              <a:t>Power</a:t>
            </a:r>
            <a:r>
              <a:rPr sz="2200" b="1" spc="-190" dirty="0">
                <a:solidFill>
                  <a:srgbClr val="2F3641"/>
                </a:solidFill>
                <a:latin typeface="Trebuchet MS"/>
                <a:cs typeface="Trebuchet MS"/>
              </a:rPr>
              <a:t> </a:t>
            </a:r>
            <a:r>
              <a:rPr sz="2200" b="1" spc="150" dirty="0">
                <a:solidFill>
                  <a:srgbClr val="2F3641"/>
                </a:solidFill>
                <a:latin typeface="Trebuchet MS"/>
                <a:cs typeface="Trebuchet MS"/>
              </a:rPr>
              <a:t>Constraints</a:t>
            </a:r>
            <a:endParaRPr sz="2200">
              <a:latin typeface="Trebuchet MS"/>
              <a:cs typeface="Trebuchet MS"/>
            </a:endParaRPr>
          </a:p>
          <a:p>
            <a:pPr marL="1075690" marR="600710" algn="ctr">
              <a:lnSpc>
                <a:spcPct val="116500"/>
              </a:lnSpc>
            </a:pPr>
            <a:r>
              <a:rPr sz="2200" b="1" spc="165" dirty="0">
                <a:solidFill>
                  <a:srgbClr val="2F3641"/>
                </a:solidFill>
                <a:latin typeface="Trebuchet MS"/>
                <a:cs typeface="Trebuchet MS"/>
              </a:rPr>
              <a:t>Area</a:t>
            </a:r>
            <a:r>
              <a:rPr sz="2200" b="1" spc="-195" dirty="0">
                <a:solidFill>
                  <a:srgbClr val="2F3641"/>
                </a:solidFill>
                <a:latin typeface="Trebuchet MS"/>
                <a:cs typeface="Trebuchet MS"/>
              </a:rPr>
              <a:t> </a:t>
            </a:r>
            <a:r>
              <a:rPr sz="2200" b="1" spc="150" dirty="0">
                <a:solidFill>
                  <a:srgbClr val="2F3641"/>
                </a:solidFill>
                <a:latin typeface="Trebuchet MS"/>
                <a:cs typeface="Trebuchet MS"/>
              </a:rPr>
              <a:t>Constraints </a:t>
            </a:r>
            <a:r>
              <a:rPr sz="2200" b="1" spc="105" dirty="0">
                <a:solidFill>
                  <a:srgbClr val="2F3641"/>
                </a:solidFill>
                <a:latin typeface="Trebuchet MS"/>
                <a:cs typeface="Trebuchet MS"/>
              </a:rPr>
              <a:t>Interface</a:t>
            </a:r>
            <a:r>
              <a:rPr sz="2200" b="1" spc="-195" dirty="0">
                <a:solidFill>
                  <a:srgbClr val="2F3641"/>
                </a:solidFill>
                <a:latin typeface="Trebuchet MS"/>
                <a:cs typeface="Trebuchet MS"/>
              </a:rPr>
              <a:t> </a:t>
            </a:r>
            <a:r>
              <a:rPr sz="2200" b="1" spc="105" dirty="0">
                <a:solidFill>
                  <a:srgbClr val="2F3641"/>
                </a:solidFill>
                <a:latin typeface="Trebuchet MS"/>
                <a:cs typeface="Trebuchet MS"/>
              </a:rPr>
              <a:t>Protocols </a:t>
            </a:r>
            <a:r>
              <a:rPr sz="2200" b="1" spc="155" dirty="0">
                <a:solidFill>
                  <a:srgbClr val="2F3641"/>
                </a:solidFill>
                <a:latin typeface="Trebuchet MS"/>
                <a:cs typeface="Trebuchet MS"/>
              </a:rPr>
              <a:t>Technology</a:t>
            </a:r>
            <a:r>
              <a:rPr sz="2200" b="1" spc="-190" dirty="0">
                <a:solidFill>
                  <a:srgbClr val="2F3641"/>
                </a:solidFill>
                <a:latin typeface="Trebuchet MS"/>
                <a:cs typeface="Trebuchet MS"/>
              </a:rPr>
              <a:t> </a:t>
            </a:r>
            <a:r>
              <a:rPr sz="2200" b="1" spc="215" dirty="0">
                <a:solidFill>
                  <a:srgbClr val="2F3641"/>
                </a:solidFill>
                <a:latin typeface="Trebuchet MS"/>
                <a:cs typeface="Trebuchet MS"/>
              </a:rPr>
              <a:t>&amp;</a:t>
            </a:r>
            <a:r>
              <a:rPr sz="2200" b="1" spc="-185" dirty="0">
                <a:solidFill>
                  <a:srgbClr val="2F3641"/>
                </a:solidFill>
                <a:latin typeface="Trebuchet MS"/>
                <a:cs typeface="Trebuchet MS"/>
              </a:rPr>
              <a:t> </a:t>
            </a:r>
            <a:r>
              <a:rPr sz="2200" b="1" spc="95" dirty="0">
                <a:solidFill>
                  <a:srgbClr val="2F3641"/>
                </a:solidFill>
                <a:latin typeface="Trebuchet MS"/>
                <a:cs typeface="Trebuchet MS"/>
              </a:rPr>
              <a:t>Tools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86785" y="4884275"/>
            <a:ext cx="15775305" cy="1111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27220" marR="5080" indent="-4415155">
              <a:lnSpc>
                <a:spcPct val="116799"/>
              </a:lnSpc>
              <a:spcBef>
                <a:spcPts val="95"/>
              </a:spcBef>
            </a:pPr>
            <a:r>
              <a:rPr sz="3050" spc="355" dirty="0">
                <a:solidFill>
                  <a:srgbClr val="FFFFFF"/>
                </a:solidFill>
                <a:latin typeface="Arial MT"/>
                <a:cs typeface="Arial MT"/>
              </a:rPr>
              <a:t>Specification</a:t>
            </a:r>
            <a:r>
              <a:rPr sz="3050" spc="1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50" spc="335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3050" spc="1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50" spc="39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050" spc="1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50" spc="365" dirty="0">
                <a:solidFill>
                  <a:srgbClr val="FFFFFF"/>
                </a:solidFill>
                <a:latin typeface="Arial MT"/>
                <a:cs typeface="Arial MT"/>
              </a:rPr>
              <a:t>process</a:t>
            </a:r>
            <a:r>
              <a:rPr sz="3050" spc="1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50" spc="335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3050" spc="3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50" spc="335" dirty="0">
                <a:solidFill>
                  <a:srgbClr val="FFFFFF"/>
                </a:solidFill>
                <a:latin typeface="Arial MT"/>
                <a:cs typeface="Arial MT"/>
              </a:rPr>
              <a:t>defining</a:t>
            </a:r>
            <a:r>
              <a:rPr sz="3050" spc="1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50" spc="465" dirty="0">
                <a:solidFill>
                  <a:srgbClr val="FFFFFF"/>
                </a:solidFill>
                <a:latin typeface="Arial MT"/>
                <a:cs typeface="Arial MT"/>
              </a:rPr>
              <a:t>what</a:t>
            </a:r>
            <a:r>
              <a:rPr sz="3050" spc="1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50" spc="39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050" spc="1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50" spc="365" dirty="0">
                <a:solidFill>
                  <a:srgbClr val="FFFFFF"/>
                </a:solidFill>
                <a:latin typeface="Arial MT"/>
                <a:cs typeface="Arial MT"/>
              </a:rPr>
              <a:t>chip</a:t>
            </a:r>
            <a:r>
              <a:rPr sz="3050" spc="1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50" spc="280" dirty="0">
                <a:solidFill>
                  <a:srgbClr val="FFFFFF"/>
                </a:solidFill>
                <a:latin typeface="Arial MT"/>
                <a:cs typeface="Arial MT"/>
              </a:rPr>
              <a:t>(or</a:t>
            </a:r>
            <a:r>
              <a:rPr sz="3050" spc="1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50" spc="355" dirty="0">
                <a:solidFill>
                  <a:srgbClr val="FFFFFF"/>
                </a:solidFill>
                <a:latin typeface="Arial MT"/>
                <a:cs typeface="Arial MT"/>
              </a:rPr>
              <a:t>system)</a:t>
            </a:r>
            <a:r>
              <a:rPr sz="3050" spc="1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50" spc="415" dirty="0">
                <a:solidFill>
                  <a:srgbClr val="FFFFFF"/>
                </a:solidFill>
                <a:latin typeface="Arial MT"/>
                <a:cs typeface="Arial MT"/>
              </a:rPr>
              <a:t>must</a:t>
            </a:r>
            <a:r>
              <a:rPr sz="3050" spc="1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50" spc="310" dirty="0">
                <a:solidFill>
                  <a:srgbClr val="FFFFFF"/>
                </a:solidFill>
                <a:latin typeface="Arial MT"/>
                <a:cs typeface="Arial MT"/>
              </a:rPr>
              <a:t>do </a:t>
            </a:r>
            <a:r>
              <a:rPr sz="3050" spc="335" dirty="0">
                <a:solidFill>
                  <a:srgbClr val="FFFFFF"/>
                </a:solidFill>
                <a:latin typeface="Arial MT"/>
                <a:cs typeface="Arial MT"/>
              </a:rPr>
              <a:t>before</a:t>
            </a:r>
            <a:r>
              <a:rPr sz="3050" spc="1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50" spc="395" dirty="0">
                <a:solidFill>
                  <a:srgbClr val="FFFFFF"/>
                </a:solidFill>
                <a:latin typeface="Arial MT"/>
                <a:cs typeface="Arial MT"/>
              </a:rPr>
              <a:t>starting</a:t>
            </a:r>
            <a:r>
              <a:rPr sz="3050" spc="1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50" spc="335" dirty="0">
                <a:solidFill>
                  <a:srgbClr val="FFFFFF"/>
                </a:solidFill>
                <a:latin typeface="Arial MT"/>
                <a:cs typeface="Arial MT"/>
              </a:rPr>
              <a:t>any</a:t>
            </a:r>
            <a:r>
              <a:rPr sz="3050" spc="1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50" spc="335" dirty="0">
                <a:solidFill>
                  <a:srgbClr val="FFFFFF"/>
                </a:solidFill>
                <a:latin typeface="Arial MT"/>
                <a:cs typeface="Arial MT"/>
              </a:rPr>
              <a:t>design</a:t>
            </a:r>
            <a:r>
              <a:rPr sz="3050" spc="1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50" spc="405" dirty="0">
                <a:solidFill>
                  <a:srgbClr val="FFFFFF"/>
                </a:solidFill>
                <a:latin typeface="Arial MT"/>
                <a:cs typeface="Arial MT"/>
              </a:rPr>
              <a:t>work.</a:t>
            </a:r>
            <a:endParaRPr sz="3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28700" y="8997950"/>
            <a:ext cx="2515235" cy="260350"/>
          </a:xfrm>
          <a:custGeom>
            <a:avLst/>
            <a:gdLst/>
            <a:ahLst/>
            <a:cxnLst/>
            <a:rect l="l" t="t" r="r" b="b"/>
            <a:pathLst>
              <a:path w="2515235" h="260350">
                <a:moveTo>
                  <a:pt x="2515021" y="260350"/>
                </a:moveTo>
                <a:lnTo>
                  <a:pt x="0" y="260350"/>
                </a:lnTo>
                <a:lnTo>
                  <a:pt x="0" y="0"/>
                </a:lnTo>
                <a:lnTo>
                  <a:pt x="2515021" y="0"/>
                </a:lnTo>
                <a:lnTo>
                  <a:pt x="2515021" y="260350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2236511" y="1270"/>
            <a:ext cx="5701030" cy="10285730"/>
            <a:chOff x="12236511" y="1270"/>
            <a:chExt cx="5701030" cy="10285730"/>
          </a:xfrm>
        </p:grpSpPr>
        <p:sp>
          <p:nvSpPr>
            <p:cNvPr id="5" name="object 5"/>
            <p:cNvSpPr/>
            <p:nvPr/>
          </p:nvSpPr>
          <p:spPr>
            <a:xfrm>
              <a:off x="12236511" y="1270"/>
              <a:ext cx="5246370" cy="5245100"/>
            </a:xfrm>
            <a:custGeom>
              <a:avLst/>
              <a:gdLst/>
              <a:ahLst/>
              <a:cxnLst/>
              <a:rect l="l" t="t" r="r" b="b"/>
              <a:pathLst>
                <a:path w="5246369" h="5245100">
                  <a:moveTo>
                    <a:pt x="2719370" y="12699"/>
                  </a:moveTo>
                  <a:lnTo>
                    <a:pt x="2526998" y="12699"/>
                  </a:lnTo>
                  <a:lnTo>
                    <a:pt x="2574985" y="0"/>
                  </a:lnTo>
                  <a:lnTo>
                    <a:pt x="2671382" y="0"/>
                  </a:lnTo>
                  <a:lnTo>
                    <a:pt x="2719370" y="12699"/>
                  </a:lnTo>
                  <a:close/>
                </a:path>
                <a:path w="5246369" h="5245100">
                  <a:moveTo>
                    <a:pt x="2909062" y="25399"/>
                  </a:moveTo>
                  <a:lnTo>
                    <a:pt x="2337306" y="25399"/>
                  </a:lnTo>
                  <a:lnTo>
                    <a:pt x="2384376" y="12699"/>
                  </a:lnTo>
                  <a:lnTo>
                    <a:pt x="2861992" y="12699"/>
                  </a:lnTo>
                  <a:lnTo>
                    <a:pt x="2909062" y="25399"/>
                  </a:lnTo>
                  <a:close/>
                </a:path>
                <a:path w="5246369" h="5245100">
                  <a:moveTo>
                    <a:pt x="3002449" y="38099"/>
                  </a:moveTo>
                  <a:lnTo>
                    <a:pt x="2243919" y="38099"/>
                  </a:lnTo>
                  <a:lnTo>
                    <a:pt x="2290485" y="25399"/>
                  </a:lnTo>
                  <a:lnTo>
                    <a:pt x="2955883" y="25399"/>
                  </a:lnTo>
                  <a:lnTo>
                    <a:pt x="3002449" y="38099"/>
                  </a:lnTo>
                  <a:close/>
                </a:path>
                <a:path w="5246369" h="5245100">
                  <a:moveTo>
                    <a:pt x="3094785" y="50799"/>
                  </a:moveTo>
                  <a:lnTo>
                    <a:pt x="2151583" y="50799"/>
                  </a:lnTo>
                  <a:lnTo>
                    <a:pt x="2197616" y="38099"/>
                  </a:lnTo>
                  <a:lnTo>
                    <a:pt x="3048752" y="38099"/>
                  </a:lnTo>
                  <a:lnTo>
                    <a:pt x="3094785" y="50799"/>
                  </a:lnTo>
                  <a:close/>
                </a:path>
                <a:path w="5246369" h="5245100">
                  <a:moveTo>
                    <a:pt x="5246369" y="5245099"/>
                  </a:moveTo>
                  <a:lnTo>
                    <a:pt x="2384376" y="5245099"/>
                  </a:lnTo>
                  <a:lnTo>
                    <a:pt x="2337306" y="5232399"/>
                  </a:lnTo>
                  <a:lnTo>
                    <a:pt x="2290485" y="5232399"/>
                  </a:lnTo>
                  <a:lnTo>
                    <a:pt x="2243919" y="5219699"/>
                  </a:lnTo>
                  <a:lnTo>
                    <a:pt x="2197616" y="5219699"/>
                  </a:lnTo>
                  <a:lnTo>
                    <a:pt x="2105828" y="5194299"/>
                  </a:lnTo>
                  <a:lnTo>
                    <a:pt x="2060358" y="5194299"/>
                  </a:lnTo>
                  <a:lnTo>
                    <a:pt x="1707748" y="5092699"/>
                  </a:lnTo>
                  <a:lnTo>
                    <a:pt x="1665176" y="5067299"/>
                  </a:lnTo>
                  <a:lnTo>
                    <a:pt x="1581118" y="5041899"/>
                  </a:lnTo>
                  <a:lnTo>
                    <a:pt x="1539646" y="5016499"/>
                  </a:lnTo>
                  <a:lnTo>
                    <a:pt x="1498555" y="5003799"/>
                  </a:lnTo>
                  <a:lnTo>
                    <a:pt x="1417546" y="4952999"/>
                  </a:lnTo>
                  <a:lnTo>
                    <a:pt x="1377644" y="4940299"/>
                  </a:lnTo>
                  <a:lnTo>
                    <a:pt x="1299078" y="4889499"/>
                  </a:lnTo>
                  <a:lnTo>
                    <a:pt x="1260430" y="4864099"/>
                  </a:lnTo>
                  <a:lnTo>
                    <a:pt x="1222215" y="4851399"/>
                  </a:lnTo>
                  <a:lnTo>
                    <a:pt x="1147114" y="4800599"/>
                  </a:lnTo>
                  <a:lnTo>
                    <a:pt x="1073835" y="4749799"/>
                  </a:lnTo>
                  <a:lnTo>
                    <a:pt x="1037896" y="4724399"/>
                  </a:lnTo>
                  <a:lnTo>
                    <a:pt x="1002435" y="4686299"/>
                  </a:lnTo>
                  <a:lnTo>
                    <a:pt x="967459" y="4660899"/>
                  </a:lnTo>
                  <a:lnTo>
                    <a:pt x="932975" y="4635499"/>
                  </a:lnTo>
                  <a:lnTo>
                    <a:pt x="898991" y="4610099"/>
                  </a:lnTo>
                  <a:lnTo>
                    <a:pt x="865514" y="4571999"/>
                  </a:lnTo>
                  <a:lnTo>
                    <a:pt x="832551" y="4546599"/>
                  </a:lnTo>
                  <a:lnTo>
                    <a:pt x="800111" y="4508499"/>
                  </a:lnTo>
                  <a:lnTo>
                    <a:pt x="768199" y="4483099"/>
                  </a:lnTo>
                  <a:lnTo>
                    <a:pt x="736824" y="4444999"/>
                  </a:lnTo>
                  <a:lnTo>
                    <a:pt x="705994" y="4419599"/>
                  </a:lnTo>
                  <a:lnTo>
                    <a:pt x="675714" y="4381499"/>
                  </a:lnTo>
                  <a:lnTo>
                    <a:pt x="645994" y="4356099"/>
                  </a:lnTo>
                  <a:lnTo>
                    <a:pt x="616840" y="4317999"/>
                  </a:lnTo>
                  <a:lnTo>
                    <a:pt x="588260" y="4279899"/>
                  </a:lnTo>
                  <a:lnTo>
                    <a:pt x="560261" y="4254499"/>
                  </a:lnTo>
                  <a:lnTo>
                    <a:pt x="532850" y="4216399"/>
                  </a:lnTo>
                  <a:lnTo>
                    <a:pt x="506035" y="4178299"/>
                  </a:lnTo>
                  <a:lnTo>
                    <a:pt x="479823" y="4140199"/>
                  </a:lnTo>
                  <a:lnTo>
                    <a:pt x="454223" y="4102099"/>
                  </a:lnTo>
                  <a:lnTo>
                    <a:pt x="429240" y="4063999"/>
                  </a:lnTo>
                  <a:lnTo>
                    <a:pt x="404883" y="4025899"/>
                  </a:lnTo>
                  <a:lnTo>
                    <a:pt x="381158" y="3987799"/>
                  </a:lnTo>
                  <a:lnTo>
                    <a:pt x="358074" y="3949699"/>
                  </a:lnTo>
                  <a:lnTo>
                    <a:pt x="335638" y="3911599"/>
                  </a:lnTo>
                  <a:lnTo>
                    <a:pt x="313856" y="3873499"/>
                  </a:lnTo>
                  <a:lnTo>
                    <a:pt x="292738" y="3835399"/>
                  </a:lnTo>
                  <a:lnTo>
                    <a:pt x="272289" y="3797299"/>
                  </a:lnTo>
                  <a:lnTo>
                    <a:pt x="252517" y="3759199"/>
                  </a:lnTo>
                  <a:lnTo>
                    <a:pt x="233430" y="3708399"/>
                  </a:lnTo>
                  <a:lnTo>
                    <a:pt x="215036" y="3670299"/>
                  </a:lnTo>
                  <a:lnTo>
                    <a:pt x="197340" y="3632199"/>
                  </a:lnTo>
                  <a:lnTo>
                    <a:pt x="180352" y="3581399"/>
                  </a:lnTo>
                  <a:lnTo>
                    <a:pt x="164078" y="3543299"/>
                  </a:lnTo>
                  <a:lnTo>
                    <a:pt x="148526" y="3505199"/>
                  </a:lnTo>
                  <a:lnTo>
                    <a:pt x="133702" y="3454399"/>
                  </a:lnTo>
                  <a:lnTo>
                    <a:pt x="119616" y="3416299"/>
                  </a:lnTo>
                  <a:lnTo>
                    <a:pt x="106273" y="3365499"/>
                  </a:lnTo>
                  <a:lnTo>
                    <a:pt x="93682" y="3327399"/>
                  </a:lnTo>
                  <a:lnTo>
                    <a:pt x="81849" y="3276599"/>
                  </a:lnTo>
                  <a:lnTo>
                    <a:pt x="70782" y="3238499"/>
                  </a:lnTo>
                  <a:lnTo>
                    <a:pt x="60489" y="3187699"/>
                  </a:lnTo>
                  <a:lnTo>
                    <a:pt x="50977" y="3149599"/>
                  </a:lnTo>
                  <a:lnTo>
                    <a:pt x="42253" y="3098799"/>
                  </a:lnTo>
                  <a:lnTo>
                    <a:pt x="34325" y="3047999"/>
                  </a:lnTo>
                  <a:lnTo>
                    <a:pt x="27200" y="3009899"/>
                  </a:lnTo>
                  <a:lnTo>
                    <a:pt x="20885" y="2959099"/>
                  </a:lnTo>
                  <a:lnTo>
                    <a:pt x="15389" y="2908299"/>
                  </a:lnTo>
                  <a:lnTo>
                    <a:pt x="10717" y="2870199"/>
                  </a:lnTo>
                  <a:lnTo>
                    <a:pt x="6879" y="2819399"/>
                  </a:lnTo>
                  <a:lnTo>
                    <a:pt x="3880" y="2768599"/>
                  </a:lnTo>
                  <a:lnTo>
                    <a:pt x="1729" y="2730499"/>
                  </a:lnTo>
                  <a:lnTo>
                    <a:pt x="433" y="2679699"/>
                  </a:lnTo>
                  <a:lnTo>
                    <a:pt x="0" y="2628899"/>
                  </a:lnTo>
                  <a:lnTo>
                    <a:pt x="433" y="2578099"/>
                  </a:lnTo>
                  <a:lnTo>
                    <a:pt x="1729" y="2527299"/>
                  </a:lnTo>
                  <a:lnTo>
                    <a:pt x="3880" y="2489199"/>
                  </a:lnTo>
                  <a:lnTo>
                    <a:pt x="6879" y="2438399"/>
                  </a:lnTo>
                  <a:lnTo>
                    <a:pt x="10717" y="2387599"/>
                  </a:lnTo>
                  <a:lnTo>
                    <a:pt x="15389" y="2336799"/>
                  </a:lnTo>
                  <a:lnTo>
                    <a:pt x="20885" y="2298699"/>
                  </a:lnTo>
                  <a:lnTo>
                    <a:pt x="27200" y="2247899"/>
                  </a:lnTo>
                  <a:lnTo>
                    <a:pt x="34325" y="2197099"/>
                  </a:lnTo>
                  <a:lnTo>
                    <a:pt x="42253" y="2158999"/>
                  </a:lnTo>
                  <a:lnTo>
                    <a:pt x="50977" y="2108199"/>
                  </a:lnTo>
                  <a:lnTo>
                    <a:pt x="60489" y="2070099"/>
                  </a:lnTo>
                  <a:lnTo>
                    <a:pt x="70782" y="2019299"/>
                  </a:lnTo>
                  <a:lnTo>
                    <a:pt x="81849" y="1981199"/>
                  </a:lnTo>
                  <a:lnTo>
                    <a:pt x="93682" y="1930399"/>
                  </a:lnTo>
                  <a:lnTo>
                    <a:pt x="106273" y="1892299"/>
                  </a:lnTo>
                  <a:lnTo>
                    <a:pt x="119616" y="1841499"/>
                  </a:lnTo>
                  <a:lnTo>
                    <a:pt x="133702" y="1803399"/>
                  </a:lnTo>
                  <a:lnTo>
                    <a:pt x="148526" y="1752599"/>
                  </a:lnTo>
                  <a:lnTo>
                    <a:pt x="164078" y="1714499"/>
                  </a:lnTo>
                  <a:lnTo>
                    <a:pt x="180352" y="1676399"/>
                  </a:lnTo>
                  <a:lnTo>
                    <a:pt x="197340" y="1625599"/>
                  </a:lnTo>
                  <a:lnTo>
                    <a:pt x="215036" y="1587499"/>
                  </a:lnTo>
                  <a:lnTo>
                    <a:pt x="233430" y="1549399"/>
                  </a:lnTo>
                  <a:lnTo>
                    <a:pt x="252517" y="1498599"/>
                  </a:lnTo>
                  <a:lnTo>
                    <a:pt x="272289" y="1460499"/>
                  </a:lnTo>
                  <a:lnTo>
                    <a:pt x="292738" y="1422399"/>
                  </a:lnTo>
                  <a:lnTo>
                    <a:pt x="313856" y="1384299"/>
                  </a:lnTo>
                  <a:lnTo>
                    <a:pt x="335638" y="1346199"/>
                  </a:lnTo>
                  <a:lnTo>
                    <a:pt x="358074" y="1308099"/>
                  </a:lnTo>
                  <a:lnTo>
                    <a:pt x="381158" y="1269999"/>
                  </a:lnTo>
                  <a:lnTo>
                    <a:pt x="404883" y="1231899"/>
                  </a:lnTo>
                  <a:lnTo>
                    <a:pt x="429240" y="1193799"/>
                  </a:lnTo>
                  <a:lnTo>
                    <a:pt x="454223" y="1155699"/>
                  </a:lnTo>
                  <a:lnTo>
                    <a:pt x="479823" y="1117599"/>
                  </a:lnTo>
                  <a:lnTo>
                    <a:pt x="506035" y="1079499"/>
                  </a:lnTo>
                  <a:lnTo>
                    <a:pt x="532850" y="1041399"/>
                  </a:lnTo>
                  <a:lnTo>
                    <a:pt x="560261" y="1003299"/>
                  </a:lnTo>
                  <a:lnTo>
                    <a:pt x="588260" y="977899"/>
                  </a:lnTo>
                  <a:lnTo>
                    <a:pt x="616840" y="939799"/>
                  </a:lnTo>
                  <a:lnTo>
                    <a:pt x="645994" y="901699"/>
                  </a:lnTo>
                  <a:lnTo>
                    <a:pt x="675714" y="876299"/>
                  </a:lnTo>
                  <a:lnTo>
                    <a:pt x="705994" y="838199"/>
                  </a:lnTo>
                  <a:lnTo>
                    <a:pt x="736824" y="800099"/>
                  </a:lnTo>
                  <a:lnTo>
                    <a:pt x="768199" y="774699"/>
                  </a:lnTo>
                  <a:lnTo>
                    <a:pt x="800111" y="736599"/>
                  </a:lnTo>
                  <a:lnTo>
                    <a:pt x="832551" y="711199"/>
                  </a:lnTo>
                  <a:lnTo>
                    <a:pt x="865514" y="685799"/>
                  </a:lnTo>
                  <a:lnTo>
                    <a:pt x="898991" y="647699"/>
                  </a:lnTo>
                  <a:lnTo>
                    <a:pt x="932975" y="622299"/>
                  </a:lnTo>
                  <a:lnTo>
                    <a:pt x="967459" y="596899"/>
                  </a:lnTo>
                  <a:lnTo>
                    <a:pt x="1002435" y="571499"/>
                  </a:lnTo>
                  <a:lnTo>
                    <a:pt x="1037896" y="533399"/>
                  </a:lnTo>
                  <a:lnTo>
                    <a:pt x="1110243" y="482599"/>
                  </a:lnTo>
                  <a:lnTo>
                    <a:pt x="1184441" y="431799"/>
                  </a:lnTo>
                  <a:lnTo>
                    <a:pt x="1260430" y="380999"/>
                  </a:lnTo>
                  <a:lnTo>
                    <a:pt x="1299078" y="368299"/>
                  </a:lnTo>
                  <a:lnTo>
                    <a:pt x="1377644" y="317499"/>
                  </a:lnTo>
                  <a:lnTo>
                    <a:pt x="1417546" y="292099"/>
                  </a:lnTo>
                  <a:lnTo>
                    <a:pt x="1457852" y="279399"/>
                  </a:lnTo>
                  <a:lnTo>
                    <a:pt x="1498555" y="253999"/>
                  </a:lnTo>
                  <a:lnTo>
                    <a:pt x="1539646" y="241299"/>
                  </a:lnTo>
                  <a:lnTo>
                    <a:pt x="1581118" y="215899"/>
                  </a:lnTo>
                  <a:lnTo>
                    <a:pt x="1665176" y="190499"/>
                  </a:lnTo>
                  <a:lnTo>
                    <a:pt x="1707748" y="165099"/>
                  </a:lnTo>
                  <a:lnTo>
                    <a:pt x="2105828" y="50799"/>
                  </a:lnTo>
                  <a:lnTo>
                    <a:pt x="3140540" y="50799"/>
                  </a:lnTo>
                  <a:lnTo>
                    <a:pt x="3538620" y="165099"/>
                  </a:lnTo>
                  <a:lnTo>
                    <a:pt x="3581192" y="190499"/>
                  </a:lnTo>
                  <a:lnTo>
                    <a:pt x="3665251" y="215899"/>
                  </a:lnTo>
                  <a:lnTo>
                    <a:pt x="3706723" y="241299"/>
                  </a:lnTo>
                  <a:lnTo>
                    <a:pt x="3747814" y="253999"/>
                  </a:lnTo>
                  <a:lnTo>
                    <a:pt x="3788516" y="279399"/>
                  </a:lnTo>
                  <a:lnTo>
                    <a:pt x="3828822" y="292099"/>
                  </a:lnTo>
                  <a:lnTo>
                    <a:pt x="3868725" y="317499"/>
                  </a:lnTo>
                  <a:lnTo>
                    <a:pt x="3947290" y="368299"/>
                  </a:lnTo>
                  <a:lnTo>
                    <a:pt x="3985938" y="380999"/>
                  </a:lnTo>
                  <a:lnTo>
                    <a:pt x="4061928" y="431799"/>
                  </a:lnTo>
                  <a:lnTo>
                    <a:pt x="4136125" y="482599"/>
                  </a:lnTo>
                  <a:lnTo>
                    <a:pt x="4208472" y="533399"/>
                  </a:lnTo>
                  <a:lnTo>
                    <a:pt x="4243933" y="571499"/>
                  </a:lnTo>
                  <a:lnTo>
                    <a:pt x="4278909" y="596899"/>
                  </a:lnTo>
                  <a:lnTo>
                    <a:pt x="4313393" y="622299"/>
                  </a:lnTo>
                  <a:lnTo>
                    <a:pt x="4347378" y="647699"/>
                  </a:lnTo>
                  <a:lnTo>
                    <a:pt x="4380855" y="685799"/>
                  </a:lnTo>
                  <a:lnTo>
                    <a:pt x="4413817" y="711199"/>
                  </a:lnTo>
                  <a:lnTo>
                    <a:pt x="4446258" y="736599"/>
                  </a:lnTo>
                  <a:lnTo>
                    <a:pt x="4478169" y="774699"/>
                  </a:lnTo>
                  <a:lnTo>
                    <a:pt x="4509544" y="800099"/>
                  </a:lnTo>
                  <a:lnTo>
                    <a:pt x="4540375" y="838199"/>
                  </a:lnTo>
                  <a:lnTo>
                    <a:pt x="4570654" y="876299"/>
                  </a:lnTo>
                  <a:lnTo>
                    <a:pt x="4600374" y="901699"/>
                  </a:lnTo>
                  <a:lnTo>
                    <a:pt x="4629528" y="939799"/>
                  </a:lnTo>
                  <a:lnTo>
                    <a:pt x="4658109" y="977899"/>
                  </a:lnTo>
                  <a:lnTo>
                    <a:pt x="4686108" y="1003299"/>
                  </a:lnTo>
                  <a:lnTo>
                    <a:pt x="4713519" y="1041399"/>
                  </a:lnTo>
                  <a:lnTo>
                    <a:pt x="4740334" y="1079499"/>
                  </a:lnTo>
                  <a:lnTo>
                    <a:pt x="4766545" y="1117599"/>
                  </a:lnTo>
                  <a:lnTo>
                    <a:pt x="4792146" y="1155699"/>
                  </a:lnTo>
                  <a:lnTo>
                    <a:pt x="4817129" y="1193799"/>
                  </a:lnTo>
                  <a:lnTo>
                    <a:pt x="4841486" y="1231899"/>
                  </a:lnTo>
                  <a:lnTo>
                    <a:pt x="4865210" y="1269999"/>
                  </a:lnTo>
                  <a:lnTo>
                    <a:pt x="4888294" y="1308099"/>
                  </a:lnTo>
                  <a:lnTo>
                    <a:pt x="4910731" y="1346199"/>
                  </a:lnTo>
                  <a:lnTo>
                    <a:pt x="4932512" y="1384299"/>
                  </a:lnTo>
                  <a:lnTo>
                    <a:pt x="4953631" y="1422399"/>
                  </a:lnTo>
                  <a:lnTo>
                    <a:pt x="4974080" y="1460499"/>
                  </a:lnTo>
                  <a:lnTo>
                    <a:pt x="4993851" y="1498599"/>
                  </a:lnTo>
                  <a:lnTo>
                    <a:pt x="5012938" y="1549399"/>
                  </a:lnTo>
                  <a:lnTo>
                    <a:pt x="5031333" y="1587499"/>
                  </a:lnTo>
                  <a:lnTo>
                    <a:pt x="5049028" y="1625599"/>
                  </a:lnTo>
                  <a:lnTo>
                    <a:pt x="5066016" y="1676399"/>
                  </a:lnTo>
                  <a:lnTo>
                    <a:pt x="5082291" y="1714499"/>
                  </a:lnTo>
                  <a:lnTo>
                    <a:pt x="5097843" y="1752599"/>
                  </a:lnTo>
                  <a:lnTo>
                    <a:pt x="5112666" y="1803399"/>
                  </a:lnTo>
                  <a:lnTo>
                    <a:pt x="5126753" y="1841499"/>
                  </a:lnTo>
                  <a:lnTo>
                    <a:pt x="5140096" y="1892299"/>
                  </a:lnTo>
                  <a:lnTo>
                    <a:pt x="5152687" y="1930399"/>
                  </a:lnTo>
                  <a:lnTo>
                    <a:pt x="5164520" y="1981199"/>
                  </a:lnTo>
                  <a:lnTo>
                    <a:pt x="5175586" y="2019299"/>
                  </a:lnTo>
                  <a:lnTo>
                    <a:pt x="5185879" y="2070099"/>
                  </a:lnTo>
                  <a:lnTo>
                    <a:pt x="5195392" y="2108199"/>
                  </a:lnTo>
                  <a:lnTo>
                    <a:pt x="5204116" y="2158999"/>
                  </a:lnTo>
                  <a:lnTo>
                    <a:pt x="5212044" y="2197099"/>
                  </a:lnTo>
                  <a:lnTo>
                    <a:pt x="5219169" y="2247899"/>
                  </a:lnTo>
                  <a:lnTo>
                    <a:pt x="5225483" y="2298699"/>
                  </a:lnTo>
                  <a:lnTo>
                    <a:pt x="5230980" y="2336799"/>
                  </a:lnTo>
                  <a:lnTo>
                    <a:pt x="5235651" y="2387599"/>
                  </a:lnTo>
                  <a:lnTo>
                    <a:pt x="5239490" y="2438399"/>
                  </a:lnTo>
                  <a:lnTo>
                    <a:pt x="5242488" y="2489199"/>
                  </a:lnTo>
                  <a:lnTo>
                    <a:pt x="5244639" y="2527299"/>
                  </a:lnTo>
                  <a:lnTo>
                    <a:pt x="5245935" y="2578099"/>
                  </a:lnTo>
                  <a:lnTo>
                    <a:pt x="5246369" y="2628899"/>
                  </a:lnTo>
                  <a:lnTo>
                    <a:pt x="5246369" y="5245099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59688" y="309728"/>
              <a:ext cx="4643037" cy="46355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690756" y="5041899"/>
              <a:ext cx="5246370" cy="5245100"/>
            </a:xfrm>
            <a:custGeom>
              <a:avLst/>
              <a:gdLst/>
              <a:ahLst/>
              <a:cxnLst/>
              <a:rect l="l" t="t" r="r" b="b"/>
              <a:pathLst>
                <a:path w="5246369" h="5245100">
                  <a:moveTo>
                    <a:pt x="3186010" y="5194299"/>
                  </a:moveTo>
                  <a:lnTo>
                    <a:pt x="2060359" y="5194299"/>
                  </a:lnTo>
                  <a:lnTo>
                    <a:pt x="1707748" y="5092699"/>
                  </a:lnTo>
                  <a:lnTo>
                    <a:pt x="1665177" y="5067299"/>
                  </a:lnTo>
                  <a:lnTo>
                    <a:pt x="1581118" y="5041899"/>
                  </a:lnTo>
                  <a:lnTo>
                    <a:pt x="1539646" y="5016499"/>
                  </a:lnTo>
                  <a:lnTo>
                    <a:pt x="1498555" y="5003799"/>
                  </a:lnTo>
                  <a:lnTo>
                    <a:pt x="1417547" y="4952999"/>
                  </a:lnTo>
                  <a:lnTo>
                    <a:pt x="1377644" y="4940299"/>
                  </a:lnTo>
                  <a:lnTo>
                    <a:pt x="1299078" y="4889499"/>
                  </a:lnTo>
                  <a:lnTo>
                    <a:pt x="1260430" y="4864099"/>
                  </a:lnTo>
                  <a:lnTo>
                    <a:pt x="1222216" y="4851399"/>
                  </a:lnTo>
                  <a:lnTo>
                    <a:pt x="1147115" y="4800599"/>
                  </a:lnTo>
                  <a:lnTo>
                    <a:pt x="1073835" y="4749799"/>
                  </a:lnTo>
                  <a:lnTo>
                    <a:pt x="1037896" y="4724399"/>
                  </a:lnTo>
                  <a:lnTo>
                    <a:pt x="1002435" y="4686299"/>
                  </a:lnTo>
                  <a:lnTo>
                    <a:pt x="967459" y="4660899"/>
                  </a:lnTo>
                  <a:lnTo>
                    <a:pt x="932975" y="4635499"/>
                  </a:lnTo>
                  <a:lnTo>
                    <a:pt x="898991" y="4610099"/>
                  </a:lnTo>
                  <a:lnTo>
                    <a:pt x="865514" y="4571999"/>
                  </a:lnTo>
                  <a:lnTo>
                    <a:pt x="832551" y="4546599"/>
                  </a:lnTo>
                  <a:lnTo>
                    <a:pt x="800111" y="4508499"/>
                  </a:lnTo>
                  <a:lnTo>
                    <a:pt x="768199" y="4483099"/>
                  </a:lnTo>
                  <a:lnTo>
                    <a:pt x="736824" y="4444999"/>
                  </a:lnTo>
                  <a:lnTo>
                    <a:pt x="705994" y="4419599"/>
                  </a:lnTo>
                  <a:lnTo>
                    <a:pt x="675715" y="4381499"/>
                  </a:lnTo>
                  <a:lnTo>
                    <a:pt x="645994" y="4356099"/>
                  </a:lnTo>
                  <a:lnTo>
                    <a:pt x="616840" y="4317999"/>
                  </a:lnTo>
                  <a:lnTo>
                    <a:pt x="588260" y="4279899"/>
                  </a:lnTo>
                  <a:lnTo>
                    <a:pt x="560261" y="4254499"/>
                  </a:lnTo>
                  <a:lnTo>
                    <a:pt x="532850" y="4216399"/>
                  </a:lnTo>
                  <a:lnTo>
                    <a:pt x="506035" y="4178299"/>
                  </a:lnTo>
                  <a:lnTo>
                    <a:pt x="479823" y="4140199"/>
                  </a:lnTo>
                  <a:lnTo>
                    <a:pt x="454223" y="4102099"/>
                  </a:lnTo>
                  <a:lnTo>
                    <a:pt x="429240" y="4063999"/>
                  </a:lnTo>
                  <a:lnTo>
                    <a:pt x="404882" y="4025899"/>
                  </a:lnTo>
                  <a:lnTo>
                    <a:pt x="381158" y="3987799"/>
                  </a:lnTo>
                  <a:lnTo>
                    <a:pt x="358074" y="3949699"/>
                  </a:lnTo>
                  <a:lnTo>
                    <a:pt x="335638" y="3911599"/>
                  </a:lnTo>
                  <a:lnTo>
                    <a:pt x="313856" y="3873499"/>
                  </a:lnTo>
                  <a:lnTo>
                    <a:pt x="292738" y="3835399"/>
                  </a:lnTo>
                  <a:lnTo>
                    <a:pt x="272289" y="3797299"/>
                  </a:lnTo>
                  <a:lnTo>
                    <a:pt x="252517" y="3759199"/>
                  </a:lnTo>
                  <a:lnTo>
                    <a:pt x="233430" y="3708399"/>
                  </a:lnTo>
                  <a:lnTo>
                    <a:pt x="215035" y="3670299"/>
                  </a:lnTo>
                  <a:lnTo>
                    <a:pt x="197340" y="3632199"/>
                  </a:lnTo>
                  <a:lnTo>
                    <a:pt x="180352" y="3581399"/>
                  </a:lnTo>
                  <a:lnTo>
                    <a:pt x="164078" y="3543299"/>
                  </a:lnTo>
                  <a:lnTo>
                    <a:pt x="148525" y="3505199"/>
                  </a:lnTo>
                  <a:lnTo>
                    <a:pt x="133702" y="3454399"/>
                  </a:lnTo>
                  <a:lnTo>
                    <a:pt x="119615" y="3416299"/>
                  </a:lnTo>
                  <a:lnTo>
                    <a:pt x="106273" y="3365499"/>
                  </a:lnTo>
                  <a:lnTo>
                    <a:pt x="93681" y="3327399"/>
                  </a:lnTo>
                  <a:lnTo>
                    <a:pt x="81848" y="3276599"/>
                  </a:lnTo>
                  <a:lnTo>
                    <a:pt x="70782" y="3238499"/>
                  </a:lnTo>
                  <a:lnTo>
                    <a:pt x="60489" y="3187699"/>
                  </a:lnTo>
                  <a:lnTo>
                    <a:pt x="50976" y="3149599"/>
                  </a:lnTo>
                  <a:lnTo>
                    <a:pt x="42253" y="3098799"/>
                  </a:lnTo>
                  <a:lnTo>
                    <a:pt x="34324" y="3047999"/>
                  </a:lnTo>
                  <a:lnTo>
                    <a:pt x="27199" y="3009899"/>
                  </a:lnTo>
                  <a:lnTo>
                    <a:pt x="20885" y="2959099"/>
                  </a:lnTo>
                  <a:lnTo>
                    <a:pt x="15388" y="2908299"/>
                  </a:lnTo>
                  <a:lnTo>
                    <a:pt x="10717" y="2870199"/>
                  </a:lnTo>
                  <a:lnTo>
                    <a:pt x="6878" y="2819399"/>
                  </a:lnTo>
                  <a:lnTo>
                    <a:pt x="3880" y="2768599"/>
                  </a:lnTo>
                  <a:lnTo>
                    <a:pt x="1729" y="2730499"/>
                  </a:lnTo>
                  <a:lnTo>
                    <a:pt x="433" y="2679699"/>
                  </a:lnTo>
                  <a:lnTo>
                    <a:pt x="0" y="2628899"/>
                  </a:lnTo>
                  <a:lnTo>
                    <a:pt x="0" y="0"/>
                  </a:lnTo>
                  <a:lnTo>
                    <a:pt x="2671383" y="0"/>
                  </a:lnTo>
                  <a:lnTo>
                    <a:pt x="2719370" y="12699"/>
                  </a:lnTo>
                  <a:lnTo>
                    <a:pt x="2861993" y="12699"/>
                  </a:lnTo>
                  <a:lnTo>
                    <a:pt x="2909062" y="25399"/>
                  </a:lnTo>
                  <a:lnTo>
                    <a:pt x="2955883" y="25399"/>
                  </a:lnTo>
                  <a:lnTo>
                    <a:pt x="3002449" y="38099"/>
                  </a:lnTo>
                  <a:lnTo>
                    <a:pt x="3048752" y="38099"/>
                  </a:lnTo>
                  <a:lnTo>
                    <a:pt x="3094785" y="50799"/>
                  </a:lnTo>
                  <a:lnTo>
                    <a:pt x="3140540" y="50799"/>
                  </a:lnTo>
                  <a:lnTo>
                    <a:pt x="3538620" y="165099"/>
                  </a:lnTo>
                  <a:lnTo>
                    <a:pt x="3581192" y="190499"/>
                  </a:lnTo>
                  <a:lnTo>
                    <a:pt x="3665250" y="215899"/>
                  </a:lnTo>
                  <a:lnTo>
                    <a:pt x="3706723" y="241299"/>
                  </a:lnTo>
                  <a:lnTo>
                    <a:pt x="3747814" y="253999"/>
                  </a:lnTo>
                  <a:lnTo>
                    <a:pt x="3788516" y="279399"/>
                  </a:lnTo>
                  <a:lnTo>
                    <a:pt x="3828822" y="292099"/>
                  </a:lnTo>
                  <a:lnTo>
                    <a:pt x="3868725" y="317499"/>
                  </a:lnTo>
                  <a:lnTo>
                    <a:pt x="3947290" y="368299"/>
                  </a:lnTo>
                  <a:lnTo>
                    <a:pt x="3985938" y="380999"/>
                  </a:lnTo>
                  <a:lnTo>
                    <a:pt x="4061927" y="431799"/>
                  </a:lnTo>
                  <a:lnTo>
                    <a:pt x="4136125" y="482599"/>
                  </a:lnTo>
                  <a:lnTo>
                    <a:pt x="4208472" y="533399"/>
                  </a:lnTo>
                  <a:lnTo>
                    <a:pt x="4243933" y="571499"/>
                  </a:lnTo>
                  <a:lnTo>
                    <a:pt x="4278909" y="596899"/>
                  </a:lnTo>
                  <a:lnTo>
                    <a:pt x="4313393" y="622299"/>
                  </a:lnTo>
                  <a:lnTo>
                    <a:pt x="4347377" y="647699"/>
                  </a:lnTo>
                  <a:lnTo>
                    <a:pt x="4380855" y="685799"/>
                  </a:lnTo>
                  <a:lnTo>
                    <a:pt x="4413817" y="711199"/>
                  </a:lnTo>
                  <a:lnTo>
                    <a:pt x="4446258" y="736599"/>
                  </a:lnTo>
                  <a:lnTo>
                    <a:pt x="4478169" y="774699"/>
                  </a:lnTo>
                  <a:lnTo>
                    <a:pt x="4509544" y="800099"/>
                  </a:lnTo>
                  <a:lnTo>
                    <a:pt x="4540375" y="838199"/>
                  </a:lnTo>
                  <a:lnTo>
                    <a:pt x="4570654" y="876299"/>
                  </a:lnTo>
                  <a:lnTo>
                    <a:pt x="4600374" y="901699"/>
                  </a:lnTo>
                  <a:lnTo>
                    <a:pt x="4629528" y="939799"/>
                  </a:lnTo>
                  <a:lnTo>
                    <a:pt x="4658109" y="977899"/>
                  </a:lnTo>
                  <a:lnTo>
                    <a:pt x="4686108" y="1003299"/>
                  </a:lnTo>
                  <a:lnTo>
                    <a:pt x="4713519" y="1041399"/>
                  </a:lnTo>
                  <a:lnTo>
                    <a:pt x="4740334" y="1079499"/>
                  </a:lnTo>
                  <a:lnTo>
                    <a:pt x="4766545" y="1117599"/>
                  </a:lnTo>
                  <a:lnTo>
                    <a:pt x="4792146" y="1155699"/>
                  </a:lnTo>
                  <a:lnTo>
                    <a:pt x="4817129" y="1193799"/>
                  </a:lnTo>
                  <a:lnTo>
                    <a:pt x="4841486" y="1231899"/>
                  </a:lnTo>
                  <a:lnTo>
                    <a:pt x="4865211" y="1269999"/>
                  </a:lnTo>
                  <a:lnTo>
                    <a:pt x="4888295" y="1308099"/>
                  </a:lnTo>
                  <a:lnTo>
                    <a:pt x="4910731" y="1346199"/>
                  </a:lnTo>
                  <a:lnTo>
                    <a:pt x="4932512" y="1384299"/>
                  </a:lnTo>
                  <a:lnTo>
                    <a:pt x="4953631" y="1422399"/>
                  </a:lnTo>
                  <a:lnTo>
                    <a:pt x="4974080" y="1460499"/>
                  </a:lnTo>
                  <a:lnTo>
                    <a:pt x="4993852" y="1498599"/>
                  </a:lnTo>
                  <a:lnTo>
                    <a:pt x="5012938" y="1549399"/>
                  </a:lnTo>
                  <a:lnTo>
                    <a:pt x="5031333" y="1587499"/>
                  </a:lnTo>
                  <a:lnTo>
                    <a:pt x="5049028" y="1625599"/>
                  </a:lnTo>
                  <a:lnTo>
                    <a:pt x="5066017" y="1676399"/>
                  </a:lnTo>
                  <a:lnTo>
                    <a:pt x="5082291" y="1714499"/>
                  </a:lnTo>
                  <a:lnTo>
                    <a:pt x="5097843" y="1752599"/>
                  </a:lnTo>
                  <a:lnTo>
                    <a:pt x="5112666" y="1803399"/>
                  </a:lnTo>
                  <a:lnTo>
                    <a:pt x="5126753" y="1841499"/>
                  </a:lnTo>
                  <a:lnTo>
                    <a:pt x="5140096" y="1892299"/>
                  </a:lnTo>
                  <a:lnTo>
                    <a:pt x="5152687" y="1930399"/>
                  </a:lnTo>
                  <a:lnTo>
                    <a:pt x="5164520" y="1981199"/>
                  </a:lnTo>
                  <a:lnTo>
                    <a:pt x="5175587" y="2019299"/>
                  </a:lnTo>
                  <a:lnTo>
                    <a:pt x="5185880" y="2070099"/>
                  </a:lnTo>
                  <a:lnTo>
                    <a:pt x="5195392" y="2108199"/>
                  </a:lnTo>
                  <a:lnTo>
                    <a:pt x="5204116" y="2158999"/>
                  </a:lnTo>
                  <a:lnTo>
                    <a:pt x="5212044" y="2197099"/>
                  </a:lnTo>
                  <a:lnTo>
                    <a:pt x="5219169" y="2247899"/>
                  </a:lnTo>
                  <a:lnTo>
                    <a:pt x="5225484" y="2298699"/>
                  </a:lnTo>
                  <a:lnTo>
                    <a:pt x="5230980" y="2336799"/>
                  </a:lnTo>
                  <a:lnTo>
                    <a:pt x="5235652" y="2387599"/>
                  </a:lnTo>
                  <a:lnTo>
                    <a:pt x="5239490" y="2438399"/>
                  </a:lnTo>
                  <a:lnTo>
                    <a:pt x="5242489" y="2489199"/>
                  </a:lnTo>
                  <a:lnTo>
                    <a:pt x="5244640" y="2527299"/>
                  </a:lnTo>
                  <a:lnTo>
                    <a:pt x="5245935" y="2578099"/>
                  </a:lnTo>
                  <a:lnTo>
                    <a:pt x="5246369" y="2628899"/>
                  </a:lnTo>
                  <a:lnTo>
                    <a:pt x="5245935" y="2679699"/>
                  </a:lnTo>
                  <a:lnTo>
                    <a:pt x="5244640" y="2730499"/>
                  </a:lnTo>
                  <a:lnTo>
                    <a:pt x="5242489" y="2768599"/>
                  </a:lnTo>
                  <a:lnTo>
                    <a:pt x="5239490" y="2819399"/>
                  </a:lnTo>
                  <a:lnTo>
                    <a:pt x="5235652" y="2870199"/>
                  </a:lnTo>
                  <a:lnTo>
                    <a:pt x="5230980" y="2908299"/>
                  </a:lnTo>
                  <a:lnTo>
                    <a:pt x="5225484" y="2959099"/>
                  </a:lnTo>
                  <a:lnTo>
                    <a:pt x="5219169" y="3009899"/>
                  </a:lnTo>
                  <a:lnTo>
                    <a:pt x="5212044" y="3047999"/>
                  </a:lnTo>
                  <a:lnTo>
                    <a:pt x="5204116" y="3098799"/>
                  </a:lnTo>
                  <a:lnTo>
                    <a:pt x="5195392" y="3149599"/>
                  </a:lnTo>
                  <a:lnTo>
                    <a:pt x="5185880" y="3187699"/>
                  </a:lnTo>
                  <a:lnTo>
                    <a:pt x="5175587" y="3238499"/>
                  </a:lnTo>
                  <a:lnTo>
                    <a:pt x="5164520" y="3276599"/>
                  </a:lnTo>
                  <a:lnTo>
                    <a:pt x="5152687" y="3327399"/>
                  </a:lnTo>
                  <a:lnTo>
                    <a:pt x="5140096" y="3365499"/>
                  </a:lnTo>
                  <a:lnTo>
                    <a:pt x="5126753" y="3416299"/>
                  </a:lnTo>
                  <a:lnTo>
                    <a:pt x="5112666" y="3454399"/>
                  </a:lnTo>
                  <a:lnTo>
                    <a:pt x="5097843" y="3505199"/>
                  </a:lnTo>
                  <a:lnTo>
                    <a:pt x="5082291" y="3543299"/>
                  </a:lnTo>
                  <a:lnTo>
                    <a:pt x="5066017" y="3581399"/>
                  </a:lnTo>
                  <a:lnTo>
                    <a:pt x="5049028" y="3632199"/>
                  </a:lnTo>
                  <a:lnTo>
                    <a:pt x="5031333" y="3670299"/>
                  </a:lnTo>
                  <a:lnTo>
                    <a:pt x="5012938" y="3708399"/>
                  </a:lnTo>
                  <a:lnTo>
                    <a:pt x="4993852" y="3759199"/>
                  </a:lnTo>
                  <a:lnTo>
                    <a:pt x="4974080" y="3797299"/>
                  </a:lnTo>
                  <a:lnTo>
                    <a:pt x="4953631" y="3835399"/>
                  </a:lnTo>
                  <a:lnTo>
                    <a:pt x="4932512" y="3873499"/>
                  </a:lnTo>
                  <a:lnTo>
                    <a:pt x="4910731" y="3911599"/>
                  </a:lnTo>
                  <a:lnTo>
                    <a:pt x="4888295" y="3949699"/>
                  </a:lnTo>
                  <a:lnTo>
                    <a:pt x="4865211" y="3987799"/>
                  </a:lnTo>
                  <a:lnTo>
                    <a:pt x="4841486" y="4025899"/>
                  </a:lnTo>
                  <a:lnTo>
                    <a:pt x="4817129" y="4063999"/>
                  </a:lnTo>
                  <a:lnTo>
                    <a:pt x="4792146" y="4102099"/>
                  </a:lnTo>
                  <a:lnTo>
                    <a:pt x="4766545" y="4140199"/>
                  </a:lnTo>
                  <a:lnTo>
                    <a:pt x="4740334" y="4178299"/>
                  </a:lnTo>
                  <a:lnTo>
                    <a:pt x="4713519" y="4216399"/>
                  </a:lnTo>
                  <a:lnTo>
                    <a:pt x="4686108" y="4254499"/>
                  </a:lnTo>
                  <a:lnTo>
                    <a:pt x="4658109" y="4279899"/>
                  </a:lnTo>
                  <a:lnTo>
                    <a:pt x="4629528" y="4317999"/>
                  </a:lnTo>
                  <a:lnTo>
                    <a:pt x="4600374" y="4356099"/>
                  </a:lnTo>
                  <a:lnTo>
                    <a:pt x="4570654" y="4381499"/>
                  </a:lnTo>
                  <a:lnTo>
                    <a:pt x="4540375" y="4419599"/>
                  </a:lnTo>
                  <a:lnTo>
                    <a:pt x="4509544" y="4444999"/>
                  </a:lnTo>
                  <a:lnTo>
                    <a:pt x="4478169" y="4483099"/>
                  </a:lnTo>
                  <a:lnTo>
                    <a:pt x="4446258" y="4508499"/>
                  </a:lnTo>
                  <a:lnTo>
                    <a:pt x="4413817" y="4546599"/>
                  </a:lnTo>
                  <a:lnTo>
                    <a:pt x="4380855" y="4571999"/>
                  </a:lnTo>
                  <a:lnTo>
                    <a:pt x="4347377" y="4610099"/>
                  </a:lnTo>
                  <a:lnTo>
                    <a:pt x="4313393" y="4635499"/>
                  </a:lnTo>
                  <a:lnTo>
                    <a:pt x="4278909" y="4660899"/>
                  </a:lnTo>
                  <a:lnTo>
                    <a:pt x="4243933" y="4686299"/>
                  </a:lnTo>
                  <a:lnTo>
                    <a:pt x="4208472" y="4724399"/>
                  </a:lnTo>
                  <a:lnTo>
                    <a:pt x="4172534" y="4749799"/>
                  </a:lnTo>
                  <a:lnTo>
                    <a:pt x="4099254" y="4800599"/>
                  </a:lnTo>
                  <a:lnTo>
                    <a:pt x="4024153" y="4851399"/>
                  </a:lnTo>
                  <a:lnTo>
                    <a:pt x="3985938" y="4864099"/>
                  </a:lnTo>
                  <a:lnTo>
                    <a:pt x="3947290" y="4889499"/>
                  </a:lnTo>
                  <a:lnTo>
                    <a:pt x="3868725" y="4940299"/>
                  </a:lnTo>
                  <a:lnTo>
                    <a:pt x="3828822" y="4952999"/>
                  </a:lnTo>
                  <a:lnTo>
                    <a:pt x="3747814" y="5003799"/>
                  </a:lnTo>
                  <a:lnTo>
                    <a:pt x="3706723" y="5016499"/>
                  </a:lnTo>
                  <a:lnTo>
                    <a:pt x="3665250" y="5041899"/>
                  </a:lnTo>
                  <a:lnTo>
                    <a:pt x="3581192" y="5067299"/>
                  </a:lnTo>
                  <a:lnTo>
                    <a:pt x="3538620" y="5092699"/>
                  </a:lnTo>
                  <a:lnTo>
                    <a:pt x="3186010" y="5194299"/>
                  </a:lnTo>
                  <a:close/>
                </a:path>
                <a:path w="5246369" h="5245100">
                  <a:moveTo>
                    <a:pt x="3048752" y="5219699"/>
                  </a:moveTo>
                  <a:lnTo>
                    <a:pt x="2197617" y="5219699"/>
                  </a:lnTo>
                  <a:lnTo>
                    <a:pt x="2105829" y="5194299"/>
                  </a:lnTo>
                  <a:lnTo>
                    <a:pt x="3140540" y="5194299"/>
                  </a:lnTo>
                  <a:lnTo>
                    <a:pt x="3048752" y="5219699"/>
                  </a:lnTo>
                  <a:close/>
                </a:path>
                <a:path w="5246369" h="5245100">
                  <a:moveTo>
                    <a:pt x="2955883" y="5232399"/>
                  </a:moveTo>
                  <a:lnTo>
                    <a:pt x="2290486" y="5232399"/>
                  </a:lnTo>
                  <a:lnTo>
                    <a:pt x="2243920" y="5219699"/>
                  </a:lnTo>
                  <a:lnTo>
                    <a:pt x="3002449" y="5219699"/>
                  </a:lnTo>
                  <a:lnTo>
                    <a:pt x="2955883" y="5232399"/>
                  </a:lnTo>
                  <a:close/>
                </a:path>
                <a:path w="5246369" h="5245100">
                  <a:moveTo>
                    <a:pt x="2861993" y="5245099"/>
                  </a:moveTo>
                  <a:lnTo>
                    <a:pt x="2384376" y="5245099"/>
                  </a:lnTo>
                  <a:lnTo>
                    <a:pt x="2337307" y="5232399"/>
                  </a:lnTo>
                  <a:lnTo>
                    <a:pt x="2909062" y="5232399"/>
                  </a:lnTo>
                  <a:lnTo>
                    <a:pt x="2861993" y="5245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969863" y="5350358"/>
              <a:ext cx="4644087" cy="463550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27048" y="527653"/>
            <a:ext cx="8190865" cy="834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300" b="1" spc="345" dirty="0">
                <a:solidFill>
                  <a:srgbClr val="000000"/>
                </a:solidFill>
                <a:latin typeface="Trebuchet MS"/>
                <a:cs typeface="Trebuchet MS"/>
              </a:rPr>
              <a:t>ARCHITECTURE</a:t>
            </a:r>
            <a:r>
              <a:rPr sz="5300" b="1" spc="-15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5300" b="1" spc="515" dirty="0">
                <a:solidFill>
                  <a:srgbClr val="000000"/>
                </a:solidFill>
                <a:latin typeface="Trebuchet MS"/>
                <a:cs typeface="Trebuchet MS"/>
              </a:rPr>
              <a:t>DESIGN</a:t>
            </a:r>
            <a:endParaRPr sz="53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6000" y="2218423"/>
            <a:ext cx="10003155" cy="1368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500"/>
              </a:lnSpc>
              <a:spcBef>
                <a:spcPts val="95"/>
              </a:spcBef>
              <a:tabLst>
                <a:tab pos="5067300" algn="l"/>
              </a:tabLst>
            </a:pPr>
            <a:r>
              <a:rPr sz="2500" spc="45" dirty="0">
                <a:solidFill>
                  <a:srgbClr val="2F3641"/>
                </a:solidFill>
                <a:latin typeface="Lucida Sans Unicode"/>
                <a:cs typeface="Lucida Sans Unicode"/>
              </a:rPr>
              <a:t>Architecture</a:t>
            </a:r>
            <a:r>
              <a:rPr sz="2500" spc="-7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500" dirty="0">
                <a:solidFill>
                  <a:srgbClr val="2F3641"/>
                </a:solidFill>
                <a:latin typeface="Lucida Sans Unicode"/>
                <a:cs typeface="Lucida Sans Unicode"/>
              </a:rPr>
              <a:t>Design</a:t>
            </a:r>
            <a:r>
              <a:rPr sz="2500" spc="-7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500" dirty="0">
                <a:solidFill>
                  <a:srgbClr val="2F3641"/>
                </a:solidFill>
                <a:latin typeface="Lucida Sans Unicode"/>
                <a:cs typeface="Lucida Sans Unicode"/>
              </a:rPr>
              <a:t>is</a:t>
            </a:r>
            <a:r>
              <a:rPr sz="2500" spc="-7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500" spc="65" dirty="0">
                <a:solidFill>
                  <a:srgbClr val="2F3641"/>
                </a:solidFill>
                <a:latin typeface="Lucida Sans Unicode"/>
                <a:cs typeface="Lucida Sans Unicode"/>
              </a:rPr>
              <a:t>the</a:t>
            </a:r>
            <a:r>
              <a:rPr sz="2500" spc="-7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500" spc="80" dirty="0">
                <a:solidFill>
                  <a:srgbClr val="2F3641"/>
                </a:solidFill>
                <a:latin typeface="Lucida Sans Unicode"/>
                <a:cs typeface="Lucida Sans Unicode"/>
              </a:rPr>
              <a:t>process</a:t>
            </a:r>
            <a:r>
              <a:rPr sz="2500" spc="-7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500" dirty="0">
                <a:solidFill>
                  <a:srgbClr val="2F3641"/>
                </a:solidFill>
                <a:latin typeface="Lucida Sans Unicode"/>
                <a:cs typeface="Lucida Sans Unicode"/>
              </a:rPr>
              <a:t>of</a:t>
            </a:r>
            <a:r>
              <a:rPr sz="2500" spc="-7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500" dirty="0">
                <a:solidFill>
                  <a:srgbClr val="2F3641"/>
                </a:solidFill>
                <a:latin typeface="Lucida Sans Unicode"/>
                <a:cs typeface="Lucida Sans Unicode"/>
              </a:rPr>
              <a:t>defining</a:t>
            </a:r>
            <a:r>
              <a:rPr sz="2500" spc="-7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500" spc="65" dirty="0">
                <a:solidFill>
                  <a:srgbClr val="2F3641"/>
                </a:solidFill>
                <a:latin typeface="Lucida Sans Unicode"/>
                <a:cs typeface="Lucida Sans Unicode"/>
              </a:rPr>
              <a:t>the</a:t>
            </a:r>
            <a:r>
              <a:rPr sz="2500" spc="-7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500" dirty="0">
                <a:solidFill>
                  <a:srgbClr val="2F3641"/>
                </a:solidFill>
                <a:latin typeface="Lucida Sans Unicode"/>
                <a:cs typeface="Lucida Sans Unicode"/>
              </a:rPr>
              <a:t>high-</a:t>
            </a:r>
            <a:r>
              <a:rPr sz="2500" spc="-10" dirty="0">
                <a:solidFill>
                  <a:srgbClr val="2F3641"/>
                </a:solidFill>
                <a:latin typeface="Lucida Sans Unicode"/>
                <a:cs typeface="Lucida Sans Unicode"/>
              </a:rPr>
              <a:t>level </a:t>
            </a:r>
            <a:r>
              <a:rPr sz="2500" dirty="0">
                <a:solidFill>
                  <a:srgbClr val="2F3641"/>
                </a:solidFill>
                <a:latin typeface="Lucida Sans Unicode"/>
                <a:cs typeface="Lucida Sans Unicode"/>
              </a:rPr>
              <a:t>structure</a:t>
            </a:r>
            <a:r>
              <a:rPr sz="2500" spc="-6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500" dirty="0">
                <a:solidFill>
                  <a:srgbClr val="2F3641"/>
                </a:solidFill>
                <a:latin typeface="Lucida Sans Unicode"/>
                <a:cs typeface="Lucida Sans Unicode"/>
              </a:rPr>
              <a:t>of</a:t>
            </a:r>
            <a:r>
              <a:rPr sz="2500" spc="-6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500" spc="65" dirty="0">
                <a:solidFill>
                  <a:srgbClr val="2F3641"/>
                </a:solidFill>
                <a:latin typeface="Lucida Sans Unicode"/>
                <a:cs typeface="Lucida Sans Unicode"/>
              </a:rPr>
              <a:t>the</a:t>
            </a:r>
            <a:r>
              <a:rPr sz="2500" spc="-6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500" spc="95" dirty="0">
                <a:solidFill>
                  <a:srgbClr val="2F3641"/>
                </a:solidFill>
                <a:latin typeface="Lucida Sans Unicode"/>
                <a:cs typeface="Lucida Sans Unicode"/>
              </a:rPr>
              <a:t>system</a:t>
            </a:r>
            <a:r>
              <a:rPr sz="2500" spc="-6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500" dirty="0">
                <a:solidFill>
                  <a:srgbClr val="2F3641"/>
                </a:solidFill>
                <a:latin typeface="Lucida Sans Unicode"/>
                <a:cs typeface="Lucida Sans Unicode"/>
              </a:rPr>
              <a:t>or</a:t>
            </a:r>
            <a:r>
              <a:rPr sz="2500" spc="-6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500" spc="55" dirty="0">
                <a:solidFill>
                  <a:srgbClr val="2F3641"/>
                </a:solidFill>
                <a:latin typeface="Lucida Sans Unicode"/>
                <a:cs typeface="Lucida Sans Unicode"/>
              </a:rPr>
              <a:t>chip</a:t>
            </a:r>
            <a:r>
              <a:rPr sz="2500" dirty="0">
                <a:solidFill>
                  <a:srgbClr val="2F3641"/>
                </a:solidFill>
                <a:latin typeface="Lucida Sans Unicode"/>
                <a:cs typeface="Lucida Sans Unicode"/>
              </a:rPr>
              <a:t>	</a:t>
            </a:r>
            <a:r>
              <a:rPr sz="2500" spc="85" dirty="0">
                <a:solidFill>
                  <a:srgbClr val="2F3641"/>
                </a:solidFill>
                <a:latin typeface="Lucida Sans Unicode"/>
                <a:cs typeface="Lucida Sans Unicode"/>
              </a:rPr>
              <a:t>how</a:t>
            </a:r>
            <a:r>
              <a:rPr sz="2500" spc="-114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500" dirty="0">
                <a:solidFill>
                  <a:srgbClr val="2F3641"/>
                </a:solidFill>
                <a:latin typeface="Lucida Sans Unicode"/>
                <a:cs typeface="Lucida Sans Unicode"/>
              </a:rPr>
              <a:t>different</a:t>
            </a:r>
            <a:r>
              <a:rPr sz="2500" spc="-11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500" spc="-10" dirty="0">
                <a:solidFill>
                  <a:srgbClr val="2F3641"/>
                </a:solidFill>
                <a:latin typeface="Lucida Sans Unicode"/>
                <a:cs typeface="Lucida Sans Unicode"/>
              </a:rPr>
              <a:t>blocks,</a:t>
            </a:r>
            <a:r>
              <a:rPr sz="2500" spc="-11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500" spc="-10" dirty="0">
                <a:solidFill>
                  <a:srgbClr val="2F3641"/>
                </a:solidFill>
                <a:latin typeface="Lucida Sans Unicode"/>
                <a:cs typeface="Lucida Sans Unicode"/>
              </a:rPr>
              <a:t>modules, </a:t>
            </a:r>
            <a:r>
              <a:rPr sz="2500" spc="165" dirty="0">
                <a:solidFill>
                  <a:srgbClr val="2F3641"/>
                </a:solidFill>
                <a:latin typeface="Lucida Sans Unicode"/>
                <a:cs typeface="Lucida Sans Unicode"/>
              </a:rPr>
              <a:t>and</a:t>
            </a:r>
            <a:r>
              <a:rPr sz="2500" spc="-12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500" spc="105" dirty="0">
                <a:solidFill>
                  <a:srgbClr val="2F3641"/>
                </a:solidFill>
                <a:latin typeface="Lucida Sans Unicode"/>
                <a:cs typeface="Lucida Sans Unicode"/>
              </a:rPr>
              <a:t>components</a:t>
            </a:r>
            <a:r>
              <a:rPr sz="2500" spc="-114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500" spc="-50" dirty="0">
                <a:solidFill>
                  <a:srgbClr val="2F3641"/>
                </a:solidFill>
                <a:latin typeface="Lucida Sans Unicode"/>
                <a:cs typeface="Lucida Sans Unicode"/>
              </a:rPr>
              <a:t>will</a:t>
            </a:r>
            <a:r>
              <a:rPr sz="2500" spc="-12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500" dirty="0">
                <a:solidFill>
                  <a:srgbClr val="2F3641"/>
                </a:solidFill>
                <a:latin typeface="Lucida Sans Unicode"/>
                <a:cs typeface="Lucida Sans Unicode"/>
              </a:rPr>
              <a:t>work</a:t>
            </a:r>
            <a:r>
              <a:rPr sz="2500" spc="-114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500" spc="55" dirty="0">
                <a:solidFill>
                  <a:srgbClr val="2F3641"/>
                </a:solidFill>
                <a:latin typeface="Lucida Sans Unicode"/>
                <a:cs typeface="Lucida Sans Unicode"/>
              </a:rPr>
              <a:t>together</a:t>
            </a:r>
            <a:r>
              <a:rPr sz="2500" spc="-114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500" dirty="0">
                <a:solidFill>
                  <a:srgbClr val="2F3641"/>
                </a:solidFill>
                <a:latin typeface="Lucida Sans Unicode"/>
                <a:cs typeface="Lucida Sans Unicode"/>
              </a:rPr>
              <a:t>to</a:t>
            </a:r>
            <a:r>
              <a:rPr sz="2500" spc="-12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500" spc="135" dirty="0">
                <a:solidFill>
                  <a:srgbClr val="2F3641"/>
                </a:solidFill>
                <a:latin typeface="Lucida Sans Unicode"/>
                <a:cs typeface="Lucida Sans Unicode"/>
              </a:rPr>
              <a:t>meet</a:t>
            </a:r>
            <a:r>
              <a:rPr sz="2500" spc="-114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500" spc="65" dirty="0">
                <a:solidFill>
                  <a:srgbClr val="2F3641"/>
                </a:solidFill>
                <a:latin typeface="Lucida Sans Unicode"/>
                <a:cs typeface="Lucida Sans Unicode"/>
              </a:rPr>
              <a:t>the</a:t>
            </a:r>
            <a:r>
              <a:rPr sz="2500" spc="-12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500" spc="-10" dirty="0">
                <a:solidFill>
                  <a:srgbClr val="2F3641"/>
                </a:solidFill>
                <a:latin typeface="Lucida Sans Unicode"/>
                <a:cs typeface="Lucida Sans Unicode"/>
              </a:rPr>
              <a:t>specifications.</a:t>
            </a:r>
            <a:endParaRPr sz="25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33499" y="6283661"/>
            <a:ext cx="133350" cy="1333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33499" y="6798011"/>
            <a:ext cx="133350" cy="1333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33499" y="7312361"/>
            <a:ext cx="133350" cy="13334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16000" y="5231835"/>
            <a:ext cx="7580630" cy="235839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4100" b="1" spc="409" dirty="0">
                <a:solidFill>
                  <a:srgbClr val="004AAC"/>
                </a:solidFill>
                <a:latin typeface="Trebuchet MS"/>
                <a:cs typeface="Trebuchet MS"/>
              </a:rPr>
              <a:t>Main</a:t>
            </a:r>
            <a:r>
              <a:rPr sz="4100" b="1" spc="-350" dirty="0">
                <a:solidFill>
                  <a:srgbClr val="004AAC"/>
                </a:solidFill>
                <a:latin typeface="Trebuchet MS"/>
                <a:cs typeface="Trebuchet MS"/>
              </a:rPr>
              <a:t> </a:t>
            </a:r>
            <a:r>
              <a:rPr sz="4100" b="1" spc="300" dirty="0">
                <a:solidFill>
                  <a:srgbClr val="004AAC"/>
                </a:solidFill>
                <a:latin typeface="Trebuchet MS"/>
                <a:cs typeface="Trebuchet MS"/>
              </a:rPr>
              <a:t>Goal</a:t>
            </a:r>
            <a:endParaRPr sz="4100">
              <a:latin typeface="Trebuchet MS"/>
              <a:cs typeface="Trebuchet MS"/>
            </a:endParaRPr>
          </a:p>
          <a:p>
            <a:pPr marL="643890" marR="5080">
              <a:lnSpc>
                <a:spcPct val="116399"/>
              </a:lnSpc>
              <a:spcBef>
                <a:spcPts val="210"/>
              </a:spcBef>
            </a:pPr>
            <a:r>
              <a:rPr sz="2900" b="1" spc="75" dirty="0">
                <a:latin typeface="Trebuchet MS"/>
                <a:cs typeface="Trebuchet MS"/>
              </a:rPr>
              <a:t>To</a:t>
            </a:r>
            <a:r>
              <a:rPr sz="2900" b="1" spc="-245" dirty="0">
                <a:latin typeface="Trebuchet MS"/>
                <a:cs typeface="Trebuchet MS"/>
              </a:rPr>
              <a:t> </a:t>
            </a:r>
            <a:r>
              <a:rPr sz="2900" b="1" spc="160" dirty="0">
                <a:latin typeface="Trebuchet MS"/>
                <a:cs typeface="Trebuchet MS"/>
              </a:rPr>
              <a:t>create</a:t>
            </a:r>
            <a:r>
              <a:rPr sz="2900" b="1" spc="-245" dirty="0">
                <a:latin typeface="Trebuchet MS"/>
                <a:cs typeface="Trebuchet MS"/>
              </a:rPr>
              <a:t> </a:t>
            </a:r>
            <a:r>
              <a:rPr sz="2900" b="1" spc="430" dirty="0">
                <a:latin typeface="Trebuchet MS"/>
                <a:cs typeface="Trebuchet MS"/>
              </a:rPr>
              <a:t>a</a:t>
            </a:r>
            <a:r>
              <a:rPr sz="2900" b="1" spc="-240" dirty="0">
                <a:latin typeface="Trebuchet MS"/>
                <a:cs typeface="Trebuchet MS"/>
              </a:rPr>
              <a:t> </a:t>
            </a:r>
            <a:r>
              <a:rPr sz="2900" b="1" spc="135" dirty="0">
                <a:latin typeface="Trebuchet MS"/>
                <a:cs typeface="Trebuchet MS"/>
              </a:rPr>
              <a:t>blueprint</a:t>
            </a:r>
            <a:r>
              <a:rPr sz="2900" b="1" spc="-245" dirty="0">
                <a:latin typeface="Trebuchet MS"/>
                <a:cs typeface="Trebuchet MS"/>
              </a:rPr>
              <a:t> </a:t>
            </a:r>
            <a:r>
              <a:rPr sz="2900" b="1" spc="85" dirty="0">
                <a:latin typeface="Trebuchet MS"/>
                <a:cs typeface="Trebuchet MS"/>
              </a:rPr>
              <a:t>of</a:t>
            </a:r>
            <a:r>
              <a:rPr sz="2900" b="1" spc="-240" dirty="0">
                <a:latin typeface="Trebuchet MS"/>
                <a:cs typeface="Trebuchet MS"/>
              </a:rPr>
              <a:t> </a:t>
            </a:r>
            <a:r>
              <a:rPr sz="2900" b="1" spc="130" dirty="0">
                <a:latin typeface="Trebuchet MS"/>
                <a:cs typeface="Trebuchet MS"/>
              </a:rPr>
              <a:t>the</a:t>
            </a:r>
            <a:r>
              <a:rPr sz="2900" b="1" spc="-245" dirty="0">
                <a:latin typeface="Trebuchet MS"/>
                <a:cs typeface="Trebuchet MS"/>
              </a:rPr>
              <a:t> </a:t>
            </a:r>
            <a:r>
              <a:rPr sz="2900" b="1" spc="175" dirty="0">
                <a:latin typeface="Trebuchet MS"/>
                <a:cs typeface="Trebuchet MS"/>
              </a:rPr>
              <a:t>chip</a:t>
            </a:r>
            <a:r>
              <a:rPr sz="2900" b="1" spc="725" dirty="0">
                <a:latin typeface="Trebuchet MS"/>
                <a:cs typeface="Trebuchet MS"/>
              </a:rPr>
              <a:t> </a:t>
            </a:r>
            <a:r>
              <a:rPr sz="2900" b="1" spc="195" dirty="0">
                <a:latin typeface="Trebuchet MS"/>
                <a:cs typeface="Trebuchet MS"/>
              </a:rPr>
              <a:t>How</a:t>
            </a:r>
            <a:r>
              <a:rPr sz="2900" b="1" spc="-250" dirty="0">
                <a:latin typeface="Trebuchet MS"/>
                <a:cs typeface="Trebuchet MS"/>
              </a:rPr>
              <a:t> </a:t>
            </a:r>
            <a:r>
              <a:rPr sz="2900" b="1" spc="290" dirty="0">
                <a:latin typeface="Trebuchet MS"/>
                <a:cs typeface="Trebuchet MS"/>
              </a:rPr>
              <a:t>data</a:t>
            </a:r>
            <a:r>
              <a:rPr sz="2900" b="1" spc="-245" dirty="0">
                <a:latin typeface="Trebuchet MS"/>
                <a:cs typeface="Trebuchet MS"/>
              </a:rPr>
              <a:t> </a:t>
            </a:r>
            <a:r>
              <a:rPr sz="2900" b="1" spc="60" dirty="0">
                <a:latin typeface="Trebuchet MS"/>
                <a:cs typeface="Trebuchet MS"/>
              </a:rPr>
              <a:t>will</a:t>
            </a:r>
            <a:r>
              <a:rPr sz="2900" b="1" spc="-245" dirty="0">
                <a:latin typeface="Trebuchet MS"/>
                <a:cs typeface="Trebuchet MS"/>
              </a:rPr>
              <a:t> </a:t>
            </a:r>
            <a:r>
              <a:rPr sz="2900" b="1" spc="105" dirty="0">
                <a:latin typeface="Trebuchet MS"/>
                <a:cs typeface="Trebuchet MS"/>
              </a:rPr>
              <a:t>flow</a:t>
            </a:r>
            <a:r>
              <a:rPr sz="2900" b="1" spc="-245" dirty="0">
                <a:latin typeface="Trebuchet MS"/>
                <a:cs typeface="Trebuchet MS"/>
              </a:rPr>
              <a:t> </a:t>
            </a:r>
            <a:r>
              <a:rPr sz="2900" b="1" spc="170" dirty="0">
                <a:latin typeface="Trebuchet MS"/>
                <a:cs typeface="Trebuchet MS"/>
              </a:rPr>
              <a:t>between</a:t>
            </a:r>
            <a:r>
              <a:rPr sz="2900" b="1" spc="-245" dirty="0">
                <a:latin typeface="Trebuchet MS"/>
                <a:cs typeface="Trebuchet MS"/>
              </a:rPr>
              <a:t> </a:t>
            </a:r>
            <a:r>
              <a:rPr sz="2900" b="1" spc="250" dirty="0">
                <a:latin typeface="Trebuchet MS"/>
                <a:cs typeface="Trebuchet MS"/>
              </a:rPr>
              <a:t>modules </a:t>
            </a:r>
            <a:r>
              <a:rPr sz="2900" b="1" spc="300" dirty="0">
                <a:latin typeface="Trebuchet MS"/>
                <a:cs typeface="Trebuchet MS"/>
              </a:rPr>
              <a:t>What</a:t>
            </a:r>
            <a:r>
              <a:rPr sz="2900" b="1" spc="-245" dirty="0">
                <a:latin typeface="Trebuchet MS"/>
                <a:cs typeface="Trebuchet MS"/>
              </a:rPr>
              <a:t> </a:t>
            </a:r>
            <a:r>
              <a:rPr sz="2900" b="1" spc="200" dirty="0">
                <a:latin typeface="Trebuchet MS"/>
                <a:cs typeface="Trebuchet MS"/>
              </a:rPr>
              <a:t>major</a:t>
            </a:r>
            <a:r>
              <a:rPr sz="2900" b="1" spc="-240" dirty="0">
                <a:latin typeface="Trebuchet MS"/>
                <a:cs typeface="Trebuchet MS"/>
              </a:rPr>
              <a:t> </a:t>
            </a:r>
            <a:r>
              <a:rPr sz="2900" b="1" spc="220" dirty="0">
                <a:latin typeface="Trebuchet MS"/>
                <a:cs typeface="Trebuchet MS"/>
              </a:rPr>
              <a:t>blocks</a:t>
            </a:r>
            <a:r>
              <a:rPr sz="2900" b="1" spc="-240" dirty="0">
                <a:latin typeface="Trebuchet MS"/>
                <a:cs typeface="Trebuchet MS"/>
              </a:rPr>
              <a:t> </a:t>
            </a:r>
            <a:r>
              <a:rPr sz="2900" b="1" spc="185" dirty="0">
                <a:latin typeface="Trebuchet MS"/>
                <a:cs typeface="Trebuchet MS"/>
              </a:rPr>
              <a:t>are</a:t>
            </a:r>
            <a:r>
              <a:rPr sz="2900" b="1" spc="-240" dirty="0">
                <a:latin typeface="Trebuchet MS"/>
                <a:cs typeface="Trebuchet MS"/>
              </a:rPr>
              <a:t> </a:t>
            </a:r>
            <a:r>
              <a:rPr sz="2900" b="1" spc="190" dirty="0">
                <a:latin typeface="Trebuchet MS"/>
                <a:cs typeface="Trebuchet MS"/>
              </a:rPr>
              <a:t>needed</a:t>
            </a:r>
            <a:endParaRPr sz="2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1982449" y="8997950"/>
            <a:ext cx="2515235" cy="260350"/>
          </a:xfrm>
          <a:custGeom>
            <a:avLst/>
            <a:gdLst/>
            <a:ahLst/>
            <a:cxnLst/>
            <a:rect l="l" t="t" r="r" b="b"/>
            <a:pathLst>
              <a:path w="2515234" h="260350">
                <a:moveTo>
                  <a:pt x="2515021" y="260350"/>
                </a:moveTo>
                <a:lnTo>
                  <a:pt x="0" y="260350"/>
                </a:lnTo>
                <a:lnTo>
                  <a:pt x="0" y="0"/>
                </a:lnTo>
                <a:lnTo>
                  <a:pt x="2515021" y="0"/>
                </a:lnTo>
                <a:lnTo>
                  <a:pt x="2515021" y="260350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47292" y="603887"/>
            <a:ext cx="14352905" cy="834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300" b="1" spc="165" dirty="0">
                <a:solidFill>
                  <a:srgbClr val="000000"/>
                </a:solidFill>
                <a:latin typeface="Trebuchet MS"/>
                <a:cs typeface="Trebuchet MS"/>
              </a:rPr>
              <a:t>RTL</a:t>
            </a:r>
            <a:r>
              <a:rPr sz="5300" b="1" spc="-1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5300" b="1" spc="525" dirty="0">
                <a:solidFill>
                  <a:srgbClr val="000000"/>
                </a:solidFill>
                <a:latin typeface="Trebuchet MS"/>
                <a:cs typeface="Trebuchet MS"/>
              </a:rPr>
              <a:t>DESIGN</a:t>
            </a:r>
            <a:r>
              <a:rPr sz="5300" b="1" spc="-14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5300" b="1" spc="340" dirty="0">
                <a:solidFill>
                  <a:srgbClr val="000000"/>
                </a:solidFill>
                <a:latin typeface="Trebuchet MS"/>
                <a:cs typeface="Trebuchet MS"/>
              </a:rPr>
              <a:t>(REGISTER</a:t>
            </a:r>
            <a:r>
              <a:rPr sz="5300" b="1" spc="-14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5300" b="1" spc="420" dirty="0">
                <a:solidFill>
                  <a:srgbClr val="000000"/>
                </a:solidFill>
                <a:latin typeface="Trebuchet MS"/>
                <a:cs typeface="Trebuchet MS"/>
              </a:rPr>
              <a:t>TRANSFER</a:t>
            </a:r>
            <a:r>
              <a:rPr sz="5300" b="1" spc="-1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5300" b="1" spc="195" dirty="0">
                <a:solidFill>
                  <a:srgbClr val="000000"/>
                </a:solidFill>
                <a:latin typeface="Trebuchet MS"/>
                <a:cs typeface="Trebuchet MS"/>
              </a:rPr>
              <a:t>LEVEL)</a:t>
            </a:r>
            <a:endParaRPr sz="53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3455" y="1930952"/>
            <a:ext cx="114300" cy="1142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3455" y="3273977"/>
            <a:ext cx="114300" cy="114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3455" y="5568620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3455" y="6016295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3455" y="6463970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3455" y="6911645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3455" y="7359319"/>
            <a:ext cx="114300" cy="114299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7530" marR="546100">
              <a:lnSpc>
                <a:spcPct val="117500"/>
              </a:lnSpc>
              <a:spcBef>
                <a:spcPts val="95"/>
              </a:spcBef>
            </a:pPr>
            <a:r>
              <a:rPr spc="-185" dirty="0"/>
              <a:t>RTL</a:t>
            </a:r>
            <a:r>
              <a:rPr spc="-110" dirty="0"/>
              <a:t> </a:t>
            </a:r>
            <a:r>
              <a:rPr dirty="0"/>
              <a:t>Design</a:t>
            </a:r>
            <a:r>
              <a:rPr spc="-105" dirty="0"/>
              <a:t> </a:t>
            </a:r>
            <a:r>
              <a:rPr dirty="0"/>
              <a:t>is</a:t>
            </a:r>
            <a:r>
              <a:rPr spc="-105" dirty="0"/>
              <a:t> </a:t>
            </a:r>
            <a:r>
              <a:rPr spc="65" dirty="0"/>
              <a:t>the</a:t>
            </a:r>
            <a:r>
              <a:rPr spc="-105" dirty="0"/>
              <a:t> </a:t>
            </a:r>
            <a:r>
              <a:rPr spc="80" dirty="0"/>
              <a:t>process</a:t>
            </a:r>
            <a:r>
              <a:rPr spc="-105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60" dirty="0"/>
              <a:t>converting</a:t>
            </a:r>
            <a:r>
              <a:rPr spc="-105" dirty="0"/>
              <a:t> </a:t>
            </a:r>
            <a:r>
              <a:rPr spc="65" dirty="0"/>
              <a:t>the</a:t>
            </a:r>
            <a:r>
              <a:rPr spc="-105" dirty="0"/>
              <a:t> </a:t>
            </a:r>
            <a:r>
              <a:rPr spc="75" dirty="0"/>
              <a:t>architecture</a:t>
            </a:r>
            <a:r>
              <a:rPr spc="-105" dirty="0"/>
              <a:t> </a:t>
            </a:r>
            <a:r>
              <a:rPr spc="65" dirty="0"/>
              <a:t>design</a:t>
            </a:r>
            <a:r>
              <a:rPr spc="-105" dirty="0"/>
              <a:t> </a:t>
            </a:r>
            <a:r>
              <a:rPr spc="-20" dirty="0"/>
              <a:t>into </a:t>
            </a:r>
            <a:r>
              <a:rPr spc="135" dirty="0"/>
              <a:t>actual</a:t>
            </a:r>
            <a:r>
              <a:rPr spc="-25" dirty="0"/>
              <a:t> </a:t>
            </a:r>
            <a:r>
              <a:rPr spc="114" dirty="0"/>
              <a:t>hardware</a:t>
            </a:r>
            <a:r>
              <a:rPr spc="-25" dirty="0"/>
              <a:t> </a:t>
            </a:r>
            <a:r>
              <a:rPr dirty="0"/>
              <a:t>description</a:t>
            </a:r>
            <a:r>
              <a:rPr spc="-20" dirty="0"/>
              <a:t> </a:t>
            </a:r>
            <a:r>
              <a:rPr spc="150" dirty="0"/>
              <a:t>code</a:t>
            </a:r>
            <a:r>
              <a:rPr spc="-25" dirty="0"/>
              <a:t> </a:t>
            </a:r>
            <a:r>
              <a:rPr dirty="0"/>
              <a:t>using</a:t>
            </a:r>
            <a:r>
              <a:rPr spc="-25" dirty="0"/>
              <a:t> </a:t>
            </a:r>
            <a:r>
              <a:rPr spc="-155" dirty="0"/>
              <a:t>HDL</a:t>
            </a:r>
            <a:r>
              <a:rPr spc="-20" dirty="0"/>
              <a:t> </a:t>
            </a:r>
            <a:r>
              <a:rPr dirty="0"/>
              <a:t>(like</a:t>
            </a:r>
            <a:r>
              <a:rPr spc="-25" dirty="0"/>
              <a:t> </a:t>
            </a:r>
            <a:r>
              <a:rPr dirty="0"/>
              <a:t>Verilog</a:t>
            </a:r>
            <a:r>
              <a:rPr spc="-25" dirty="0"/>
              <a:t> </a:t>
            </a:r>
            <a:r>
              <a:rPr dirty="0"/>
              <a:t>or</a:t>
            </a:r>
            <a:r>
              <a:rPr spc="-20" dirty="0"/>
              <a:t> </a:t>
            </a:r>
            <a:r>
              <a:rPr spc="-10" dirty="0"/>
              <a:t>VHDL)</a:t>
            </a: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pc="-310" dirty="0"/>
              <a:t>.</a:t>
            </a:r>
          </a:p>
          <a:p>
            <a:pPr marL="557530" marR="5080">
              <a:lnSpc>
                <a:spcPct val="117500"/>
              </a:lnSpc>
            </a:pPr>
            <a:r>
              <a:rPr spc="-185" dirty="0"/>
              <a:t>RTL</a:t>
            </a:r>
            <a:r>
              <a:rPr spc="-120" dirty="0"/>
              <a:t> </a:t>
            </a:r>
            <a:r>
              <a:rPr spc="65" dirty="0"/>
              <a:t>design</a:t>
            </a:r>
            <a:r>
              <a:rPr spc="-114" dirty="0"/>
              <a:t> </a:t>
            </a:r>
            <a:r>
              <a:rPr dirty="0"/>
              <a:t>is</a:t>
            </a:r>
            <a:r>
              <a:rPr spc="-120" dirty="0"/>
              <a:t> </a:t>
            </a:r>
            <a:r>
              <a:rPr spc="65" dirty="0"/>
              <a:t>the</a:t>
            </a:r>
            <a:r>
              <a:rPr spc="-114" dirty="0"/>
              <a:t> </a:t>
            </a:r>
            <a:r>
              <a:rPr spc="50" dirty="0"/>
              <a:t>foundation</a:t>
            </a:r>
            <a:r>
              <a:rPr spc="-114" dirty="0"/>
              <a:t> </a:t>
            </a:r>
            <a:r>
              <a:rPr dirty="0"/>
              <a:t>of</a:t>
            </a:r>
            <a:r>
              <a:rPr spc="-120" dirty="0"/>
              <a:t> </a:t>
            </a:r>
            <a:r>
              <a:rPr spc="65" dirty="0"/>
              <a:t>the</a:t>
            </a:r>
            <a:r>
              <a:rPr spc="-114" dirty="0"/>
              <a:t> </a:t>
            </a:r>
            <a:r>
              <a:rPr spc="-35" dirty="0"/>
              <a:t>front-</a:t>
            </a:r>
            <a:r>
              <a:rPr spc="110" dirty="0"/>
              <a:t>end</a:t>
            </a:r>
            <a:r>
              <a:rPr spc="-120" dirty="0"/>
              <a:t> </a:t>
            </a:r>
            <a:r>
              <a:rPr spc="65" dirty="0"/>
              <a:t>design</a:t>
            </a:r>
            <a:r>
              <a:rPr spc="-114" dirty="0"/>
              <a:t> </a:t>
            </a:r>
            <a:r>
              <a:rPr spc="-65" dirty="0"/>
              <a:t>flow,</a:t>
            </a:r>
            <a:r>
              <a:rPr spc="-114" dirty="0"/>
              <a:t> </a:t>
            </a:r>
            <a:r>
              <a:rPr spc="-10" dirty="0"/>
              <a:t>transforming </a:t>
            </a:r>
            <a:r>
              <a:rPr spc="75" dirty="0"/>
              <a:t>architecture</a:t>
            </a:r>
            <a:r>
              <a:rPr spc="10" dirty="0"/>
              <a:t> </a:t>
            </a:r>
            <a:r>
              <a:rPr dirty="0"/>
              <a:t>into</a:t>
            </a:r>
            <a:r>
              <a:rPr spc="15" dirty="0"/>
              <a:t> </a:t>
            </a:r>
            <a:r>
              <a:rPr dirty="0"/>
              <a:t>synthesizable</a:t>
            </a:r>
            <a:r>
              <a:rPr spc="10" dirty="0"/>
              <a:t> </a:t>
            </a:r>
            <a:r>
              <a:rPr spc="-155" dirty="0"/>
              <a:t>HDL</a:t>
            </a:r>
            <a:r>
              <a:rPr spc="15" dirty="0"/>
              <a:t> </a:t>
            </a:r>
            <a:r>
              <a:rPr spc="45" dirty="0"/>
              <a:t>code.</a:t>
            </a:r>
          </a:p>
          <a:p>
            <a:pPr marL="12700">
              <a:lnSpc>
                <a:spcPct val="100000"/>
              </a:lnSpc>
              <a:spcBef>
                <a:spcPts val="2910"/>
              </a:spcBef>
            </a:pPr>
            <a:r>
              <a:rPr sz="5150" b="1" dirty="0">
                <a:latin typeface="Roboto"/>
                <a:cs typeface="Roboto"/>
              </a:rPr>
              <a:t>KEY</a:t>
            </a:r>
            <a:r>
              <a:rPr sz="5150" b="1" spc="-60" dirty="0">
                <a:latin typeface="Roboto"/>
                <a:cs typeface="Roboto"/>
              </a:rPr>
              <a:t> </a:t>
            </a:r>
            <a:r>
              <a:rPr sz="5150" b="1" spc="55" dirty="0">
                <a:latin typeface="Roboto"/>
                <a:cs typeface="Roboto"/>
              </a:rPr>
              <a:t>TASKS</a:t>
            </a:r>
            <a:r>
              <a:rPr sz="5150" b="1" spc="-60" dirty="0">
                <a:latin typeface="Roboto"/>
                <a:cs typeface="Roboto"/>
              </a:rPr>
              <a:t> </a:t>
            </a:r>
            <a:r>
              <a:rPr sz="5150" b="1" dirty="0">
                <a:latin typeface="Roboto"/>
                <a:cs typeface="Roboto"/>
              </a:rPr>
              <a:t>IN</a:t>
            </a:r>
            <a:r>
              <a:rPr sz="5150" b="1" spc="-60" dirty="0">
                <a:latin typeface="Roboto"/>
                <a:cs typeface="Roboto"/>
              </a:rPr>
              <a:t> </a:t>
            </a:r>
            <a:r>
              <a:rPr sz="5150" b="1" spc="-25" dirty="0">
                <a:latin typeface="Roboto"/>
                <a:cs typeface="Roboto"/>
              </a:rPr>
              <a:t>RTL</a:t>
            </a:r>
            <a:endParaRPr sz="5150">
              <a:latin typeface="Roboto"/>
              <a:cs typeface="Roboto"/>
            </a:endParaRPr>
          </a:p>
          <a:p>
            <a:pPr marL="557530" marR="3882390">
              <a:lnSpc>
                <a:spcPct val="117500"/>
              </a:lnSpc>
              <a:spcBef>
                <a:spcPts val="1925"/>
              </a:spcBef>
            </a:pPr>
            <a:r>
              <a:rPr dirty="0"/>
              <a:t>Write</a:t>
            </a:r>
            <a:r>
              <a:rPr spc="-65" dirty="0"/>
              <a:t> </a:t>
            </a:r>
            <a:r>
              <a:rPr spc="-185" dirty="0"/>
              <a:t>RTL</a:t>
            </a:r>
            <a:r>
              <a:rPr spc="-65" dirty="0"/>
              <a:t> </a:t>
            </a:r>
            <a:r>
              <a:rPr spc="150" dirty="0"/>
              <a:t>code</a:t>
            </a:r>
            <a:r>
              <a:rPr spc="-60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spc="-10" dirty="0"/>
              <a:t>Verilog/SystemVerilog/VHDL. </a:t>
            </a:r>
            <a:r>
              <a:rPr spc="80" dirty="0"/>
              <a:t>Implement</a:t>
            </a:r>
            <a:r>
              <a:rPr spc="-65" dirty="0"/>
              <a:t> </a:t>
            </a:r>
            <a:r>
              <a:rPr spc="185" dirty="0"/>
              <a:t>data</a:t>
            </a:r>
            <a:r>
              <a:rPr spc="-60" dirty="0"/>
              <a:t> </a:t>
            </a:r>
            <a:r>
              <a:rPr spc="120" dirty="0"/>
              <a:t>path</a:t>
            </a:r>
            <a:r>
              <a:rPr spc="-65" dirty="0"/>
              <a:t> </a:t>
            </a:r>
            <a:r>
              <a:rPr spc="165" dirty="0"/>
              <a:t>and</a:t>
            </a:r>
            <a:r>
              <a:rPr spc="-60" dirty="0"/>
              <a:t> </a:t>
            </a:r>
            <a:r>
              <a:rPr dirty="0"/>
              <a:t>control</a:t>
            </a:r>
            <a:r>
              <a:rPr spc="-65" dirty="0"/>
              <a:t> </a:t>
            </a:r>
            <a:r>
              <a:rPr spc="-10" dirty="0"/>
              <a:t>path.</a:t>
            </a:r>
          </a:p>
          <a:p>
            <a:pPr marL="557530" marR="5540375">
              <a:lnSpc>
                <a:spcPct val="117500"/>
              </a:lnSpc>
            </a:pPr>
            <a:r>
              <a:rPr dirty="0"/>
              <a:t>Define</a:t>
            </a:r>
            <a:r>
              <a:rPr spc="-100" dirty="0"/>
              <a:t> </a:t>
            </a:r>
            <a:r>
              <a:rPr spc="-20" dirty="0"/>
              <a:t>finite</a:t>
            </a:r>
            <a:r>
              <a:rPr spc="-100" dirty="0"/>
              <a:t> </a:t>
            </a:r>
            <a:r>
              <a:rPr spc="95" dirty="0"/>
              <a:t>state</a:t>
            </a:r>
            <a:r>
              <a:rPr spc="-100" dirty="0"/>
              <a:t> </a:t>
            </a:r>
            <a:r>
              <a:rPr spc="125" dirty="0"/>
              <a:t>machines</a:t>
            </a:r>
            <a:r>
              <a:rPr spc="-100" dirty="0"/>
              <a:t> </a:t>
            </a:r>
            <a:r>
              <a:rPr spc="60" dirty="0"/>
              <a:t>(FSMs). </a:t>
            </a:r>
            <a:r>
              <a:rPr spc="65" dirty="0"/>
              <a:t>Add</a:t>
            </a:r>
            <a:r>
              <a:rPr spc="-55" dirty="0"/>
              <a:t> </a:t>
            </a:r>
            <a:r>
              <a:rPr spc="55" dirty="0"/>
              <a:t>clock</a:t>
            </a:r>
            <a:r>
              <a:rPr spc="-50" dirty="0"/>
              <a:t> </a:t>
            </a:r>
            <a:r>
              <a:rPr spc="165" dirty="0"/>
              <a:t>and</a:t>
            </a:r>
            <a:r>
              <a:rPr spc="-50" dirty="0"/>
              <a:t> </a:t>
            </a:r>
            <a:r>
              <a:rPr dirty="0"/>
              <a:t>reset</a:t>
            </a:r>
            <a:r>
              <a:rPr spc="-55" dirty="0"/>
              <a:t> </a:t>
            </a:r>
            <a:r>
              <a:rPr spc="-10" dirty="0"/>
              <a:t>logic.</a:t>
            </a:r>
          </a:p>
          <a:p>
            <a:pPr marL="557530">
              <a:lnSpc>
                <a:spcPct val="100000"/>
              </a:lnSpc>
              <a:spcBef>
                <a:spcPts val="525"/>
              </a:spcBef>
            </a:pPr>
            <a:r>
              <a:rPr dirty="0"/>
              <a:t>Ensure</a:t>
            </a:r>
            <a:r>
              <a:rPr spc="-55" dirty="0"/>
              <a:t> </a:t>
            </a:r>
            <a:r>
              <a:rPr spc="150" dirty="0"/>
              <a:t>code</a:t>
            </a:r>
            <a:r>
              <a:rPr spc="-50" dirty="0"/>
              <a:t> </a:t>
            </a:r>
            <a:r>
              <a:rPr dirty="0"/>
              <a:t>follows</a:t>
            </a:r>
            <a:r>
              <a:rPr spc="-55" dirty="0"/>
              <a:t> </a:t>
            </a:r>
            <a:r>
              <a:rPr spc="85" dirty="0"/>
              <a:t>coding</a:t>
            </a:r>
            <a:r>
              <a:rPr spc="-50" dirty="0"/>
              <a:t> </a:t>
            </a:r>
            <a:r>
              <a:rPr dirty="0"/>
              <a:t>guidelines</a:t>
            </a:r>
            <a:r>
              <a:rPr spc="-55" dirty="0"/>
              <a:t> </a:t>
            </a:r>
            <a:r>
              <a:rPr spc="165" dirty="0"/>
              <a:t>and</a:t>
            </a:r>
            <a:r>
              <a:rPr spc="-50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spc="-10" dirty="0"/>
              <a:t>synthesizable.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28700" y="8997950"/>
            <a:ext cx="2515235" cy="260350"/>
          </a:xfrm>
          <a:custGeom>
            <a:avLst/>
            <a:gdLst/>
            <a:ahLst/>
            <a:cxnLst/>
            <a:rect l="l" t="t" r="r" b="b"/>
            <a:pathLst>
              <a:path w="2515235" h="260350">
                <a:moveTo>
                  <a:pt x="2515021" y="260350"/>
                </a:moveTo>
                <a:lnTo>
                  <a:pt x="0" y="260350"/>
                </a:lnTo>
                <a:lnTo>
                  <a:pt x="0" y="0"/>
                </a:lnTo>
                <a:lnTo>
                  <a:pt x="2515021" y="0"/>
                </a:lnTo>
                <a:lnTo>
                  <a:pt x="2515021" y="260350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84906" y="603887"/>
            <a:ext cx="9185910" cy="834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300" b="1" spc="375" dirty="0">
                <a:solidFill>
                  <a:srgbClr val="000000"/>
                </a:solidFill>
                <a:latin typeface="Trebuchet MS"/>
                <a:cs typeface="Trebuchet MS"/>
              </a:rPr>
              <a:t>OUTPUTS</a:t>
            </a:r>
            <a:r>
              <a:rPr sz="5300" b="1" spc="-1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5300" b="1" spc="1175" dirty="0">
                <a:solidFill>
                  <a:srgbClr val="000000"/>
                </a:solidFill>
                <a:latin typeface="Trebuchet MS"/>
                <a:cs typeface="Trebuchet MS"/>
              </a:rPr>
              <a:t>/</a:t>
            </a:r>
            <a:r>
              <a:rPr sz="5300" b="1" spc="-1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5300" b="1" spc="345" dirty="0">
                <a:solidFill>
                  <a:srgbClr val="000000"/>
                </a:solidFill>
                <a:latin typeface="Trebuchet MS"/>
                <a:cs typeface="Trebuchet MS"/>
              </a:rPr>
              <a:t>DELIVERABLES</a:t>
            </a:r>
            <a:endParaRPr sz="53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6000" y="3647366"/>
            <a:ext cx="5459095" cy="1139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95"/>
              </a:spcBef>
            </a:pPr>
            <a:r>
              <a:rPr sz="2100" dirty="0">
                <a:latin typeface="Lucida Sans Unicode"/>
                <a:cs typeface="Lucida Sans Unicode"/>
              </a:rPr>
              <a:t>Lorem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ipsum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dolor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sit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65" dirty="0">
                <a:latin typeface="Lucida Sans Unicode"/>
                <a:cs typeface="Lucida Sans Unicode"/>
              </a:rPr>
              <a:t>amet,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consectetur adipiscing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-70" dirty="0">
                <a:latin typeface="Lucida Sans Unicode"/>
                <a:cs typeface="Lucida Sans Unicode"/>
              </a:rPr>
              <a:t>elit,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85" dirty="0">
                <a:latin typeface="Lucida Sans Unicode"/>
                <a:cs typeface="Lucida Sans Unicode"/>
              </a:rPr>
              <a:t>sed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80" dirty="0">
                <a:latin typeface="Lucida Sans Unicode"/>
                <a:cs typeface="Lucida Sans Unicode"/>
              </a:rPr>
              <a:t>do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65" dirty="0">
                <a:latin typeface="Lucida Sans Unicode"/>
                <a:cs typeface="Lucida Sans Unicode"/>
              </a:rPr>
              <a:t>eiusmod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tempor </a:t>
            </a:r>
            <a:r>
              <a:rPr sz="2100" dirty="0">
                <a:latin typeface="Lucida Sans Unicode"/>
                <a:cs typeface="Lucida Sans Unicode"/>
              </a:rPr>
              <a:t>incididunt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ut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60" dirty="0">
                <a:latin typeface="Lucida Sans Unicode"/>
                <a:cs typeface="Lucida Sans Unicode"/>
              </a:rPr>
              <a:t>labore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60" dirty="0">
                <a:latin typeface="Lucida Sans Unicode"/>
                <a:cs typeface="Lucida Sans Unicode"/>
              </a:rPr>
              <a:t>et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dolore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7425" y="5641266"/>
            <a:ext cx="5459095" cy="1139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95"/>
              </a:spcBef>
            </a:pPr>
            <a:r>
              <a:rPr sz="2100" dirty="0">
                <a:latin typeface="Lucida Sans Unicode"/>
                <a:cs typeface="Lucida Sans Unicode"/>
              </a:rPr>
              <a:t>Lorem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ipsum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dolor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sit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65" dirty="0">
                <a:latin typeface="Lucida Sans Unicode"/>
                <a:cs typeface="Lucida Sans Unicode"/>
              </a:rPr>
              <a:t>amet,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consectetur adipiscing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-70" dirty="0">
                <a:latin typeface="Lucida Sans Unicode"/>
                <a:cs typeface="Lucida Sans Unicode"/>
              </a:rPr>
              <a:t>elit,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85" dirty="0">
                <a:latin typeface="Lucida Sans Unicode"/>
                <a:cs typeface="Lucida Sans Unicode"/>
              </a:rPr>
              <a:t>sed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80" dirty="0">
                <a:latin typeface="Lucida Sans Unicode"/>
                <a:cs typeface="Lucida Sans Unicode"/>
              </a:rPr>
              <a:t>do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65" dirty="0">
                <a:latin typeface="Lucida Sans Unicode"/>
                <a:cs typeface="Lucida Sans Unicode"/>
              </a:rPr>
              <a:t>eiusmod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tempor </a:t>
            </a:r>
            <a:r>
              <a:rPr sz="2100" dirty="0">
                <a:latin typeface="Lucida Sans Unicode"/>
                <a:cs typeface="Lucida Sans Unicode"/>
              </a:rPr>
              <a:t>incididunt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ut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60" dirty="0">
                <a:latin typeface="Lucida Sans Unicode"/>
                <a:cs typeface="Lucida Sans Unicode"/>
              </a:rPr>
              <a:t>labore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60" dirty="0">
                <a:latin typeface="Lucida Sans Unicode"/>
                <a:cs typeface="Lucida Sans Unicode"/>
              </a:rPr>
              <a:t>et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dolore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86598" y="1775242"/>
            <a:ext cx="4801235" cy="2406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2700" dirty="0">
                <a:latin typeface="Lucida Sans Unicode"/>
                <a:cs typeface="Lucida Sans Unicode"/>
              </a:rPr>
              <a:t>Lorem</a:t>
            </a:r>
            <a:r>
              <a:rPr sz="2700" spc="-105" dirty="0">
                <a:latin typeface="Lucida Sans Unicode"/>
                <a:cs typeface="Lucida Sans Unicode"/>
              </a:rPr>
              <a:t> </a:t>
            </a:r>
            <a:r>
              <a:rPr sz="2700" spc="60" dirty="0">
                <a:latin typeface="Lucida Sans Unicode"/>
                <a:cs typeface="Lucida Sans Unicode"/>
              </a:rPr>
              <a:t>ipsum</a:t>
            </a:r>
            <a:r>
              <a:rPr sz="2700" spc="-10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dolor</a:t>
            </a:r>
            <a:r>
              <a:rPr sz="2700" spc="-105" dirty="0">
                <a:latin typeface="Lucida Sans Unicode"/>
                <a:cs typeface="Lucida Sans Unicode"/>
              </a:rPr>
              <a:t> </a:t>
            </a:r>
            <a:r>
              <a:rPr sz="2700" spc="-30" dirty="0">
                <a:latin typeface="Lucida Sans Unicode"/>
                <a:cs typeface="Lucida Sans Unicode"/>
              </a:rPr>
              <a:t>sit</a:t>
            </a:r>
            <a:r>
              <a:rPr sz="2700" spc="-105" dirty="0">
                <a:latin typeface="Lucida Sans Unicode"/>
                <a:cs typeface="Lucida Sans Unicode"/>
              </a:rPr>
              <a:t> </a:t>
            </a:r>
            <a:r>
              <a:rPr sz="2700" spc="70" dirty="0">
                <a:latin typeface="Lucida Sans Unicode"/>
                <a:cs typeface="Lucida Sans Unicode"/>
              </a:rPr>
              <a:t>amet, </a:t>
            </a:r>
            <a:r>
              <a:rPr sz="2700" spc="75" dirty="0">
                <a:latin typeface="Lucida Sans Unicode"/>
                <a:cs typeface="Lucida Sans Unicode"/>
              </a:rPr>
              <a:t>consectetur</a:t>
            </a:r>
            <a:r>
              <a:rPr sz="2700" spc="-114" dirty="0">
                <a:latin typeface="Lucida Sans Unicode"/>
                <a:cs typeface="Lucida Sans Unicode"/>
              </a:rPr>
              <a:t> </a:t>
            </a:r>
            <a:r>
              <a:rPr sz="2700" spc="65" dirty="0">
                <a:latin typeface="Lucida Sans Unicode"/>
                <a:cs typeface="Lucida Sans Unicode"/>
              </a:rPr>
              <a:t>adipiscing</a:t>
            </a:r>
            <a:r>
              <a:rPr sz="2700" spc="-114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elit, </a:t>
            </a:r>
            <a:r>
              <a:rPr sz="2700" spc="105" dirty="0">
                <a:latin typeface="Lucida Sans Unicode"/>
                <a:cs typeface="Lucida Sans Unicode"/>
              </a:rPr>
              <a:t>sed</a:t>
            </a:r>
            <a:r>
              <a:rPr sz="2700" spc="-125" dirty="0">
                <a:latin typeface="Lucida Sans Unicode"/>
                <a:cs typeface="Lucida Sans Unicode"/>
              </a:rPr>
              <a:t> </a:t>
            </a:r>
            <a:r>
              <a:rPr sz="2700" spc="90" dirty="0">
                <a:latin typeface="Lucida Sans Unicode"/>
                <a:cs typeface="Lucida Sans Unicode"/>
              </a:rPr>
              <a:t>do</a:t>
            </a:r>
            <a:r>
              <a:rPr sz="2700" spc="-125" dirty="0">
                <a:latin typeface="Lucida Sans Unicode"/>
                <a:cs typeface="Lucida Sans Unicode"/>
              </a:rPr>
              <a:t> </a:t>
            </a:r>
            <a:r>
              <a:rPr sz="2700" spc="75" dirty="0">
                <a:latin typeface="Lucida Sans Unicode"/>
                <a:cs typeface="Lucida Sans Unicode"/>
              </a:rPr>
              <a:t>eiusmod</a:t>
            </a:r>
            <a:r>
              <a:rPr sz="2700" spc="-125" dirty="0">
                <a:latin typeface="Lucida Sans Unicode"/>
                <a:cs typeface="Lucida Sans Unicode"/>
              </a:rPr>
              <a:t> </a:t>
            </a:r>
            <a:r>
              <a:rPr sz="2700" spc="65" dirty="0">
                <a:latin typeface="Lucida Sans Unicode"/>
                <a:cs typeface="Lucida Sans Unicode"/>
              </a:rPr>
              <a:t>tempor </a:t>
            </a:r>
            <a:r>
              <a:rPr sz="2700" dirty="0">
                <a:latin typeface="Lucida Sans Unicode"/>
                <a:cs typeface="Lucida Sans Unicode"/>
              </a:rPr>
              <a:t>incididunt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ut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spc="75" dirty="0">
                <a:latin typeface="Lucida Sans Unicode"/>
                <a:cs typeface="Lucida Sans Unicode"/>
              </a:rPr>
              <a:t>labore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spc="45" dirty="0">
                <a:latin typeface="Lucida Sans Unicode"/>
                <a:cs typeface="Lucida Sans Unicode"/>
              </a:rPr>
              <a:t>et </a:t>
            </a:r>
            <a:r>
              <a:rPr sz="2700" dirty="0">
                <a:latin typeface="Lucida Sans Unicode"/>
                <a:cs typeface="Lucida Sans Unicode"/>
              </a:rPr>
              <a:t>dolore</a:t>
            </a:r>
            <a:r>
              <a:rPr sz="2700" spc="60" dirty="0">
                <a:latin typeface="Lucida Sans Unicode"/>
                <a:cs typeface="Lucida Sans Unicode"/>
              </a:rPr>
              <a:t> </a:t>
            </a:r>
            <a:r>
              <a:rPr sz="2700" spc="-340" dirty="0">
                <a:latin typeface="Lucida Sans Unicode"/>
                <a:cs typeface="Lucida Sans Unicode"/>
              </a:rPr>
              <a:t>.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32097" y="6215431"/>
            <a:ext cx="4801235" cy="2406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2700" dirty="0">
                <a:latin typeface="Lucida Sans Unicode"/>
                <a:cs typeface="Lucida Sans Unicode"/>
              </a:rPr>
              <a:t>Lorem</a:t>
            </a:r>
            <a:r>
              <a:rPr sz="2700" spc="-105" dirty="0">
                <a:latin typeface="Lucida Sans Unicode"/>
                <a:cs typeface="Lucida Sans Unicode"/>
              </a:rPr>
              <a:t> </a:t>
            </a:r>
            <a:r>
              <a:rPr sz="2700" spc="60" dirty="0">
                <a:latin typeface="Lucida Sans Unicode"/>
                <a:cs typeface="Lucida Sans Unicode"/>
              </a:rPr>
              <a:t>ipsum</a:t>
            </a:r>
            <a:r>
              <a:rPr sz="2700" spc="-10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dolor</a:t>
            </a:r>
            <a:r>
              <a:rPr sz="2700" spc="-105" dirty="0">
                <a:latin typeface="Lucida Sans Unicode"/>
                <a:cs typeface="Lucida Sans Unicode"/>
              </a:rPr>
              <a:t> </a:t>
            </a:r>
            <a:r>
              <a:rPr sz="2700" spc="-30" dirty="0">
                <a:latin typeface="Lucida Sans Unicode"/>
                <a:cs typeface="Lucida Sans Unicode"/>
              </a:rPr>
              <a:t>sit</a:t>
            </a:r>
            <a:r>
              <a:rPr sz="2700" spc="-105" dirty="0">
                <a:latin typeface="Lucida Sans Unicode"/>
                <a:cs typeface="Lucida Sans Unicode"/>
              </a:rPr>
              <a:t> </a:t>
            </a:r>
            <a:r>
              <a:rPr sz="2700" spc="70" dirty="0">
                <a:latin typeface="Lucida Sans Unicode"/>
                <a:cs typeface="Lucida Sans Unicode"/>
              </a:rPr>
              <a:t>amet, </a:t>
            </a:r>
            <a:r>
              <a:rPr sz="2700" spc="75" dirty="0">
                <a:latin typeface="Lucida Sans Unicode"/>
                <a:cs typeface="Lucida Sans Unicode"/>
              </a:rPr>
              <a:t>consectetur</a:t>
            </a:r>
            <a:r>
              <a:rPr sz="2700" spc="-114" dirty="0">
                <a:latin typeface="Lucida Sans Unicode"/>
                <a:cs typeface="Lucida Sans Unicode"/>
              </a:rPr>
              <a:t> </a:t>
            </a:r>
            <a:r>
              <a:rPr sz="2700" spc="65" dirty="0">
                <a:latin typeface="Lucida Sans Unicode"/>
                <a:cs typeface="Lucida Sans Unicode"/>
              </a:rPr>
              <a:t>adipiscing</a:t>
            </a:r>
            <a:r>
              <a:rPr sz="2700" spc="-114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elit, </a:t>
            </a:r>
            <a:r>
              <a:rPr sz="2700" spc="105" dirty="0">
                <a:latin typeface="Lucida Sans Unicode"/>
                <a:cs typeface="Lucida Sans Unicode"/>
              </a:rPr>
              <a:t>sed</a:t>
            </a:r>
            <a:r>
              <a:rPr sz="2700" spc="-125" dirty="0">
                <a:latin typeface="Lucida Sans Unicode"/>
                <a:cs typeface="Lucida Sans Unicode"/>
              </a:rPr>
              <a:t> </a:t>
            </a:r>
            <a:r>
              <a:rPr sz="2700" spc="90" dirty="0">
                <a:latin typeface="Lucida Sans Unicode"/>
                <a:cs typeface="Lucida Sans Unicode"/>
              </a:rPr>
              <a:t>do</a:t>
            </a:r>
            <a:r>
              <a:rPr sz="2700" spc="-125" dirty="0">
                <a:latin typeface="Lucida Sans Unicode"/>
                <a:cs typeface="Lucida Sans Unicode"/>
              </a:rPr>
              <a:t> </a:t>
            </a:r>
            <a:r>
              <a:rPr sz="2700" spc="75" dirty="0">
                <a:latin typeface="Lucida Sans Unicode"/>
                <a:cs typeface="Lucida Sans Unicode"/>
              </a:rPr>
              <a:t>eiusmod</a:t>
            </a:r>
            <a:r>
              <a:rPr sz="2700" spc="-125" dirty="0">
                <a:latin typeface="Lucida Sans Unicode"/>
                <a:cs typeface="Lucida Sans Unicode"/>
              </a:rPr>
              <a:t> </a:t>
            </a:r>
            <a:r>
              <a:rPr sz="2700" spc="65" dirty="0">
                <a:latin typeface="Lucida Sans Unicode"/>
                <a:cs typeface="Lucida Sans Unicode"/>
              </a:rPr>
              <a:t>tempor </a:t>
            </a:r>
            <a:r>
              <a:rPr sz="2700" dirty="0">
                <a:latin typeface="Lucida Sans Unicode"/>
                <a:cs typeface="Lucida Sans Unicode"/>
              </a:rPr>
              <a:t>incididunt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ut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spc="75" dirty="0">
                <a:latin typeface="Lucida Sans Unicode"/>
                <a:cs typeface="Lucida Sans Unicode"/>
              </a:rPr>
              <a:t>labore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spc="45" dirty="0">
                <a:latin typeface="Lucida Sans Unicode"/>
                <a:cs typeface="Lucida Sans Unicode"/>
              </a:rPr>
              <a:t>et </a:t>
            </a:r>
            <a:r>
              <a:rPr sz="2700" dirty="0">
                <a:latin typeface="Lucida Sans Unicode"/>
                <a:cs typeface="Lucida Sans Unicode"/>
              </a:rPr>
              <a:t>dolore</a:t>
            </a:r>
            <a:r>
              <a:rPr sz="2700" spc="60" dirty="0">
                <a:latin typeface="Lucida Sans Unicode"/>
                <a:cs typeface="Lucida Sans Unicode"/>
              </a:rPr>
              <a:t> </a:t>
            </a:r>
            <a:r>
              <a:rPr sz="2700" spc="-340" dirty="0">
                <a:latin typeface="Lucida Sans Unicode"/>
                <a:cs typeface="Lucida Sans Unicode"/>
              </a:rPr>
              <a:t>.</a:t>
            </a:r>
            <a:endParaRPr sz="270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3355891" y="5439798"/>
            <a:ext cx="3935729" cy="3752850"/>
            <a:chOff x="13355891" y="5439798"/>
            <a:chExt cx="3935729" cy="375285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34910" y="5518817"/>
              <a:ext cx="3777119" cy="359537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3355891" y="5439803"/>
              <a:ext cx="3935729" cy="3752850"/>
            </a:xfrm>
            <a:custGeom>
              <a:avLst/>
              <a:gdLst/>
              <a:ahLst/>
              <a:cxnLst/>
              <a:rect l="l" t="t" r="r" b="b"/>
              <a:pathLst>
                <a:path w="3935729" h="3752850">
                  <a:moveTo>
                    <a:pt x="3935158" y="0"/>
                  </a:moveTo>
                  <a:lnTo>
                    <a:pt x="0" y="0"/>
                  </a:lnTo>
                  <a:lnTo>
                    <a:pt x="0" y="78740"/>
                  </a:lnTo>
                  <a:lnTo>
                    <a:pt x="0" y="3674110"/>
                  </a:lnTo>
                  <a:lnTo>
                    <a:pt x="0" y="3752850"/>
                  </a:lnTo>
                  <a:lnTo>
                    <a:pt x="3935158" y="3752850"/>
                  </a:lnTo>
                  <a:lnTo>
                    <a:pt x="3935158" y="3674389"/>
                  </a:lnTo>
                  <a:lnTo>
                    <a:pt x="3935158" y="3674110"/>
                  </a:lnTo>
                  <a:lnTo>
                    <a:pt x="3935158" y="79019"/>
                  </a:lnTo>
                  <a:lnTo>
                    <a:pt x="3856126" y="79019"/>
                  </a:lnTo>
                  <a:lnTo>
                    <a:pt x="3856126" y="3674110"/>
                  </a:lnTo>
                  <a:lnTo>
                    <a:pt x="79019" y="3674110"/>
                  </a:lnTo>
                  <a:lnTo>
                    <a:pt x="79019" y="78740"/>
                  </a:lnTo>
                  <a:lnTo>
                    <a:pt x="3935158" y="78740"/>
                  </a:lnTo>
                  <a:lnTo>
                    <a:pt x="3935158" y="0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6000" y="1734326"/>
            <a:ext cx="3132455" cy="834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300" b="1" spc="660" dirty="0">
                <a:solidFill>
                  <a:srgbClr val="000000"/>
                </a:solidFill>
                <a:latin typeface="Trebuchet MS"/>
                <a:cs typeface="Trebuchet MS"/>
              </a:rPr>
              <a:t>MISSION</a:t>
            </a:r>
            <a:endParaRPr sz="53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972674"/>
            <a:ext cx="4609465" cy="810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50" spc="-10" dirty="0">
                <a:latin typeface="Roboto"/>
                <a:cs typeface="Roboto"/>
              </a:rPr>
              <a:t>OUR</a:t>
            </a:r>
            <a:r>
              <a:rPr sz="5150" spc="-300" dirty="0">
                <a:latin typeface="Roboto"/>
                <a:cs typeface="Roboto"/>
              </a:rPr>
              <a:t> </a:t>
            </a:r>
            <a:r>
              <a:rPr sz="5150" spc="-10" dirty="0">
                <a:latin typeface="Roboto"/>
                <a:cs typeface="Roboto"/>
              </a:rPr>
              <a:t>COMPANY</a:t>
            </a:r>
            <a:endParaRPr sz="515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6000" y="3647366"/>
            <a:ext cx="5459095" cy="1139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95"/>
              </a:spcBef>
            </a:pPr>
            <a:r>
              <a:rPr sz="2100" dirty="0">
                <a:latin typeface="Lucida Sans Unicode"/>
                <a:cs typeface="Lucida Sans Unicode"/>
              </a:rPr>
              <a:t>Lorem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ipsum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dolor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sit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65" dirty="0">
                <a:latin typeface="Lucida Sans Unicode"/>
                <a:cs typeface="Lucida Sans Unicode"/>
              </a:rPr>
              <a:t>amet,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consectetur adipiscing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-70" dirty="0">
                <a:latin typeface="Lucida Sans Unicode"/>
                <a:cs typeface="Lucida Sans Unicode"/>
              </a:rPr>
              <a:t>elit,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85" dirty="0">
                <a:latin typeface="Lucida Sans Unicode"/>
                <a:cs typeface="Lucida Sans Unicode"/>
              </a:rPr>
              <a:t>sed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80" dirty="0">
                <a:latin typeface="Lucida Sans Unicode"/>
                <a:cs typeface="Lucida Sans Unicode"/>
              </a:rPr>
              <a:t>do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65" dirty="0">
                <a:latin typeface="Lucida Sans Unicode"/>
                <a:cs typeface="Lucida Sans Unicode"/>
              </a:rPr>
              <a:t>eiusmod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tempor </a:t>
            </a:r>
            <a:r>
              <a:rPr sz="2100" dirty="0">
                <a:latin typeface="Lucida Sans Unicode"/>
                <a:cs typeface="Lucida Sans Unicode"/>
              </a:rPr>
              <a:t>incididunt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ut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60" dirty="0">
                <a:latin typeface="Lucida Sans Unicode"/>
                <a:cs typeface="Lucida Sans Unicode"/>
              </a:rPr>
              <a:t>labore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60" dirty="0">
                <a:latin typeface="Lucida Sans Unicode"/>
                <a:cs typeface="Lucida Sans Unicode"/>
              </a:rPr>
              <a:t>et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dolore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6000" y="5641266"/>
            <a:ext cx="5459095" cy="1139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95"/>
              </a:spcBef>
            </a:pPr>
            <a:r>
              <a:rPr sz="2100" dirty="0">
                <a:latin typeface="Lucida Sans Unicode"/>
                <a:cs typeface="Lucida Sans Unicode"/>
              </a:rPr>
              <a:t>Lorem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ipsum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dolor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sit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65" dirty="0">
                <a:latin typeface="Lucida Sans Unicode"/>
                <a:cs typeface="Lucida Sans Unicode"/>
              </a:rPr>
              <a:t>amet,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consectetur adipiscing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-70" dirty="0">
                <a:latin typeface="Lucida Sans Unicode"/>
                <a:cs typeface="Lucida Sans Unicode"/>
              </a:rPr>
              <a:t>elit,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85" dirty="0">
                <a:latin typeface="Lucida Sans Unicode"/>
                <a:cs typeface="Lucida Sans Unicode"/>
              </a:rPr>
              <a:t>sed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80" dirty="0">
                <a:latin typeface="Lucida Sans Unicode"/>
                <a:cs typeface="Lucida Sans Unicode"/>
              </a:rPr>
              <a:t>do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65" dirty="0">
                <a:latin typeface="Lucida Sans Unicode"/>
                <a:cs typeface="Lucida Sans Unicode"/>
              </a:rPr>
              <a:t>eiusmod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tempor </a:t>
            </a:r>
            <a:r>
              <a:rPr sz="2100" dirty="0">
                <a:latin typeface="Lucida Sans Unicode"/>
                <a:cs typeface="Lucida Sans Unicode"/>
              </a:rPr>
              <a:t>incididunt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ut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60" dirty="0">
                <a:latin typeface="Lucida Sans Unicode"/>
                <a:cs typeface="Lucida Sans Unicode"/>
              </a:rPr>
              <a:t>labore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60" dirty="0">
                <a:latin typeface="Lucida Sans Unicode"/>
                <a:cs typeface="Lucida Sans Unicode"/>
              </a:rPr>
              <a:t>et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dolore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77697" y="1897319"/>
            <a:ext cx="438150" cy="1223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850" b="1" spc="-1430" dirty="0">
                <a:latin typeface="Trebuchet MS"/>
                <a:cs typeface="Trebuchet MS"/>
              </a:rPr>
              <a:t>1</a:t>
            </a:r>
            <a:endParaRPr sz="78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08275" y="4491333"/>
            <a:ext cx="777240" cy="1223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850" b="1" spc="1235" dirty="0">
                <a:latin typeface="Trebuchet MS"/>
                <a:cs typeface="Trebuchet MS"/>
              </a:rPr>
              <a:t>2</a:t>
            </a:r>
            <a:endParaRPr sz="78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51996" y="7093579"/>
            <a:ext cx="689610" cy="1223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850" b="1" spc="545" dirty="0">
                <a:latin typeface="Trebuchet MS"/>
                <a:cs typeface="Trebuchet MS"/>
              </a:rPr>
              <a:t>3</a:t>
            </a:r>
            <a:endParaRPr sz="78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96560" y="2110955"/>
            <a:ext cx="4708525" cy="9861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0"/>
              </a:spcBef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Lorem</a:t>
            </a:r>
            <a:r>
              <a:rPr sz="18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ipsum</a:t>
            </a: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dolor</a:t>
            </a: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sit</a:t>
            </a: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amet,</a:t>
            </a: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consectetur adipiscing</a:t>
            </a:r>
            <a:r>
              <a:rPr sz="18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elit,</a:t>
            </a:r>
            <a:r>
              <a:rPr sz="18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sed</a:t>
            </a:r>
            <a:r>
              <a:rPr sz="18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8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eiusmod</a:t>
            </a:r>
            <a:r>
              <a:rPr sz="18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tempor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incididunt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ut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labore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et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dolore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96560" y="4615011"/>
            <a:ext cx="4708525" cy="9861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0"/>
              </a:spcBef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Lorem</a:t>
            </a:r>
            <a:r>
              <a:rPr sz="18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ipsum</a:t>
            </a: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dolor</a:t>
            </a: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sit</a:t>
            </a: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amet,</a:t>
            </a: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consectetur adipiscing</a:t>
            </a:r>
            <a:r>
              <a:rPr sz="18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elit,</a:t>
            </a:r>
            <a:r>
              <a:rPr sz="18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sed</a:t>
            </a:r>
            <a:r>
              <a:rPr sz="18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8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eiusmod</a:t>
            </a:r>
            <a:r>
              <a:rPr sz="18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tempor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incididunt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ut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labore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et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dolore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296560" y="7217625"/>
            <a:ext cx="4708525" cy="9861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0"/>
              </a:spcBef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Lorem</a:t>
            </a:r>
            <a:r>
              <a:rPr sz="18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ipsum</a:t>
            </a: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dolor</a:t>
            </a: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sit</a:t>
            </a: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amet,</a:t>
            </a: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consectetur adipiscing</a:t>
            </a:r>
            <a:r>
              <a:rPr sz="18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elit,</a:t>
            </a:r>
            <a:r>
              <a:rPr sz="18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sed</a:t>
            </a:r>
            <a:r>
              <a:rPr sz="18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8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eiusmod</a:t>
            </a:r>
            <a:r>
              <a:rPr sz="18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tempor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incididunt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ut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labore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et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dolore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1624726" y="8997950"/>
            <a:ext cx="2515235" cy="260350"/>
          </a:xfrm>
          <a:custGeom>
            <a:avLst/>
            <a:gdLst/>
            <a:ahLst/>
            <a:cxnLst/>
            <a:rect l="l" t="t" r="r" b="b"/>
            <a:pathLst>
              <a:path w="2515234" h="260350">
                <a:moveTo>
                  <a:pt x="2515021" y="260350"/>
                </a:moveTo>
                <a:lnTo>
                  <a:pt x="0" y="260350"/>
                </a:lnTo>
                <a:lnTo>
                  <a:pt x="0" y="0"/>
                </a:lnTo>
                <a:lnTo>
                  <a:pt x="2515021" y="0"/>
                </a:lnTo>
                <a:lnTo>
                  <a:pt x="2515021" y="260350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612026" y="1734326"/>
            <a:ext cx="2570480" cy="834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300" b="1" spc="600" dirty="0">
                <a:solidFill>
                  <a:srgbClr val="000000"/>
                </a:solidFill>
                <a:latin typeface="Trebuchet MS"/>
                <a:cs typeface="Trebuchet MS"/>
              </a:rPr>
              <a:t>VISION</a:t>
            </a:r>
            <a:endParaRPr sz="53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12026" y="972674"/>
            <a:ext cx="4609465" cy="810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50" spc="-10" dirty="0">
                <a:latin typeface="Roboto"/>
                <a:cs typeface="Roboto"/>
              </a:rPr>
              <a:t>OUR</a:t>
            </a:r>
            <a:r>
              <a:rPr sz="5150" spc="-300" dirty="0">
                <a:latin typeface="Roboto"/>
                <a:cs typeface="Roboto"/>
              </a:rPr>
              <a:t> </a:t>
            </a:r>
            <a:r>
              <a:rPr sz="5150" spc="-10" dirty="0">
                <a:latin typeface="Roboto"/>
                <a:cs typeface="Roboto"/>
              </a:rPr>
              <a:t>COMPANY</a:t>
            </a:r>
            <a:endParaRPr sz="515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612026" y="3647366"/>
            <a:ext cx="5459095" cy="1139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95"/>
              </a:spcBef>
            </a:pPr>
            <a:r>
              <a:rPr sz="2100" dirty="0">
                <a:latin typeface="Lucida Sans Unicode"/>
                <a:cs typeface="Lucida Sans Unicode"/>
              </a:rPr>
              <a:t>Lorem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ipsum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dolor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sit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65" dirty="0">
                <a:latin typeface="Lucida Sans Unicode"/>
                <a:cs typeface="Lucida Sans Unicode"/>
              </a:rPr>
              <a:t>amet,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consectetur adipiscing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-70" dirty="0">
                <a:latin typeface="Lucida Sans Unicode"/>
                <a:cs typeface="Lucida Sans Unicode"/>
              </a:rPr>
              <a:t>elit,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85" dirty="0">
                <a:latin typeface="Lucida Sans Unicode"/>
                <a:cs typeface="Lucida Sans Unicode"/>
              </a:rPr>
              <a:t>sed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80" dirty="0">
                <a:latin typeface="Lucida Sans Unicode"/>
                <a:cs typeface="Lucida Sans Unicode"/>
              </a:rPr>
              <a:t>do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65" dirty="0">
                <a:latin typeface="Lucida Sans Unicode"/>
                <a:cs typeface="Lucida Sans Unicode"/>
              </a:rPr>
              <a:t>eiusmod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tempor </a:t>
            </a:r>
            <a:r>
              <a:rPr sz="2100" dirty="0">
                <a:latin typeface="Lucida Sans Unicode"/>
                <a:cs typeface="Lucida Sans Unicode"/>
              </a:rPr>
              <a:t>incididunt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ut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60" dirty="0">
                <a:latin typeface="Lucida Sans Unicode"/>
                <a:cs typeface="Lucida Sans Unicode"/>
              </a:rPr>
              <a:t>labore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60" dirty="0">
                <a:latin typeface="Lucida Sans Unicode"/>
                <a:cs typeface="Lucida Sans Unicode"/>
              </a:rPr>
              <a:t>et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dolore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12026" y="5641266"/>
            <a:ext cx="5459095" cy="1139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95"/>
              </a:spcBef>
            </a:pPr>
            <a:r>
              <a:rPr sz="2100" dirty="0">
                <a:latin typeface="Lucida Sans Unicode"/>
                <a:cs typeface="Lucida Sans Unicode"/>
              </a:rPr>
              <a:t>Lorem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ipsum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dolor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sit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65" dirty="0">
                <a:latin typeface="Lucida Sans Unicode"/>
                <a:cs typeface="Lucida Sans Unicode"/>
              </a:rPr>
              <a:t>amet,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consectetur adipiscing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-70" dirty="0">
                <a:latin typeface="Lucida Sans Unicode"/>
                <a:cs typeface="Lucida Sans Unicode"/>
              </a:rPr>
              <a:t>elit,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85" dirty="0">
                <a:latin typeface="Lucida Sans Unicode"/>
                <a:cs typeface="Lucida Sans Unicode"/>
              </a:rPr>
              <a:t>sed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80" dirty="0">
                <a:latin typeface="Lucida Sans Unicode"/>
                <a:cs typeface="Lucida Sans Unicode"/>
              </a:rPr>
              <a:t>do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65" dirty="0">
                <a:latin typeface="Lucida Sans Unicode"/>
                <a:cs typeface="Lucida Sans Unicode"/>
              </a:rPr>
              <a:t>eiusmod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tempor </a:t>
            </a:r>
            <a:r>
              <a:rPr sz="2100" dirty="0">
                <a:latin typeface="Lucida Sans Unicode"/>
                <a:cs typeface="Lucida Sans Unicode"/>
              </a:rPr>
              <a:t>incididunt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ut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60" dirty="0">
                <a:latin typeface="Lucida Sans Unicode"/>
                <a:cs typeface="Lucida Sans Unicode"/>
              </a:rPr>
              <a:t>labore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60" dirty="0">
                <a:latin typeface="Lucida Sans Unicode"/>
                <a:cs typeface="Lucida Sans Unicode"/>
              </a:rPr>
              <a:t>et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dolore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06449" y="806450"/>
            <a:ext cx="6990080" cy="8674100"/>
          </a:xfrm>
          <a:custGeom>
            <a:avLst/>
            <a:gdLst/>
            <a:ahLst/>
            <a:cxnLst/>
            <a:rect l="l" t="t" r="r" b="b"/>
            <a:pathLst>
              <a:path w="6990080" h="8674100">
                <a:moveTo>
                  <a:pt x="6504239" y="8674098"/>
                </a:moveTo>
                <a:lnTo>
                  <a:pt x="485774" y="8674098"/>
                </a:lnTo>
                <a:lnTo>
                  <a:pt x="437762" y="8671721"/>
                </a:lnTo>
                <a:lnTo>
                  <a:pt x="390562" y="8664678"/>
                </a:lnTo>
                <a:lnTo>
                  <a:pt x="344494" y="8653101"/>
                </a:lnTo>
                <a:lnTo>
                  <a:pt x="299876" y="8637121"/>
                </a:lnTo>
                <a:lnTo>
                  <a:pt x="257028" y="8616871"/>
                </a:lnTo>
                <a:lnTo>
                  <a:pt x="216266" y="8592483"/>
                </a:lnTo>
                <a:lnTo>
                  <a:pt x="177911" y="8564088"/>
                </a:lnTo>
                <a:lnTo>
                  <a:pt x="142280" y="8531819"/>
                </a:lnTo>
                <a:lnTo>
                  <a:pt x="110010" y="8496187"/>
                </a:lnTo>
                <a:lnTo>
                  <a:pt x="81615" y="8457832"/>
                </a:lnTo>
                <a:lnTo>
                  <a:pt x="57227" y="8417070"/>
                </a:lnTo>
                <a:lnTo>
                  <a:pt x="36977" y="8374222"/>
                </a:lnTo>
                <a:lnTo>
                  <a:pt x="20997" y="8329604"/>
                </a:lnTo>
                <a:lnTo>
                  <a:pt x="9420" y="8283536"/>
                </a:lnTo>
                <a:lnTo>
                  <a:pt x="2377" y="8236336"/>
                </a:lnTo>
                <a:lnTo>
                  <a:pt x="0" y="8188323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6504239" y="0"/>
                </a:lnTo>
                <a:lnTo>
                  <a:pt x="6552252" y="2377"/>
                </a:lnTo>
                <a:lnTo>
                  <a:pt x="6599452" y="9420"/>
                </a:lnTo>
                <a:lnTo>
                  <a:pt x="6645520" y="20997"/>
                </a:lnTo>
                <a:lnTo>
                  <a:pt x="6690137" y="36977"/>
                </a:lnTo>
                <a:lnTo>
                  <a:pt x="6732986" y="57227"/>
                </a:lnTo>
                <a:lnTo>
                  <a:pt x="6773748" y="81615"/>
                </a:lnTo>
                <a:lnTo>
                  <a:pt x="6812103" y="110010"/>
                </a:lnTo>
                <a:lnTo>
                  <a:pt x="6847735" y="142280"/>
                </a:lnTo>
                <a:lnTo>
                  <a:pt x="6880004" y="177911"/>
                </a:lnTo>
                <a:lnTo>
                  <a:pt x="6908399" y="216266"/>
                </a:lnTo>
                <a:lnTo>
                  <a:pt x="6932787" y="257028"/>
                </a:lnTo>
                <a:lnTo>
                  <a:pt x="6953037" y="299876"/>
                </a:lnTo>
                <a:lnTo>
                  <a:pt x="6969017" y="344494"/>
                </a:lnTo>
                <a:lnTo>
                  <a:pt x="6980594" y="390562"/>
                </a:lnTo>
                <a:lnTo>
                  <a:pt x="6987637" y="437762"/>
                </a:lnTo>
                <a:lnTo>
                  <a:pt x="6990014" y="485774"/>
                </a:lnTo>
                <a:lnTo>
                  <a:pt x="6990014" y="8188323"/>
                </a:lnTo>
                <a:lnTo>
                  <a:pt x="6987637" y="8236336"/>
                </a:lnTo>
                <a:lnTo>
                  <a:pt x="6980594" y="8283536"/>
                </a:lnTo>
                <a:lnTo>
                  <a:pt x="6969017" y="8329604"/>
                </a:lnTo>
                <a:lnTo>
                  <a:pt x="6953037" y="8374222"/>
                </a:lnTo>
                <a:lnTo>
                  <a:pt x="6932787" y="8417070"/>
                </a:lnTo>
                <a:lnTo>
                  <a:pt x="6908399" y="8457832"/>
                </a:lnTo>
                <a:lnTo>
                  <a:pt x="6880004" y="8496187"/>
                </a:lnTo>
                <a:lnTo>
                  <a:pt x="6847735" y="8531819"/>
                </a:lnTo>
                <a:lnTo>
                  <a:pt x="6812103" y="8564088"/>
                </a:lnTo>
                <a:lnTo>
                  <a:pt x="6773748" y="8592483"/>
                </a:lnTo>
                <a:lnTo>
                  <a:pt x="6732986" y="8616871"/>
                </a:lnTo>
                <a:lnTo>
                  <a:pt x="6690137" y="8637121"/>
                </a:lnTo>
                <a:lnTo>
                  <a:pt x="6645520" y="8653101"/>
                </a:lnTo>
                <a:lnTo>
                  <a:pt x="6599452" y="8664678"/>
                </a:lnTo>
                <a:lnTo>
                  <a:pt x="6552252" y="8671721"/>
                </a:lnTo>
                <a:lnTo>
                  <a:pt x="6504239" y="8674098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40344" y="2101762"/>
            <a:ext cx="4706620" cy="996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6530" marR="5080" indent="-164465" algn="r">
              <a:lnSpc>
                <a:spcPct val="118100"/>
              </a:lnSpc>
              <a:spcBef>
                <a:spcPts val="90"/>
              </a:spcBef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Lorem</a:t>
            </a:r>
            <a:r>
              <a:rPr sz="18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ipsum</a:t>
            </a: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dolor</a:t>
            </a: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sit</a:t>
            </a: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amet,</a:t>
            </a: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consectetur adipiscing</a:t>
            </a:r>
            <a:r>
              <a:rPr sz="18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elit,</a:t>
            </a:r>
            <a:r>
              <a:rPr sz="18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sed</a:t>
            </a:r>
            <a:r>
              <a:rPr sz="18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8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eiusmod</a:t>
            </a:r>
            <a:r>
              <a:rPr sz="18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tempor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incididunt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ut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labore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et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dolore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40344" y="4605820"/>
            <a:ext cx="4706620" cy="996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6530" marR="5080" indent="-164465" algn="r">
              <a:lnSpc>
                <a:spcPct val="118100"/>
              </a:lnSpc>
              <a:spcBef>
                <a:spcPts val="90"/>
              </a:spcBef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Lorem</a:t>
            </a:r>
            <a:r>
              <a:rPr sz="18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ipsum</a:t>
            </a: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dolor</a:t>
            </a: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sit</a:t>
            </a: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amet,</a:t>
            </a: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consectetur adipiscing</a:t>
            </a:r>
            <a:r>
              <a:rPr sz="18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elit,</a:t>
            </a:r>
            <a:r>
              <a:rPr sz="18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sed</a:t>
            </a:r>
            <a:r>
              <a:rPr sz="18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8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eiusmod</a:t>
            </a:r>
            <a:r>
              <a:rPr sz="18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tempor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incididunt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ut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labore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et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dolore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40344" y="7309232"/>
            <a:ext cx="4706620" cy="996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6530" marR="5080" indent="-164465" algn="r">
              <a:lnSpc>
                <a:spcPct val="118100"/>
              </a:lnSpc>
              <a:spcBef>
                <a:spcPts val="90"/>
              </a:spcBef>
            </a:pP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Lorem</a:t>
            </a:r>
            <a:r>
              <a:rPr sz="18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ipsum</a:t>
            </a: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dolor</a:t>
            </a: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sit</a:t>
            </a: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amet,</a:t>
            </a:r>
            <a:r>
              <a:rPr sz="18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consectetur adipiscing</a:t>
            </a:r>
            <a:r>
              <a:rPr sz="18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elit,</a:t>
            </a:r>
            <a:r>
              <a:rPr sz="18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sed</a:t>
            </a:r>
            <a:r>
              <a:rPr sz="18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do</a:t>
            </a:r>
            <a:r>
              <a:rPr sz="18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eiusmod</a:t>
            </a:r>
            <a:r>
              <a:rPr sz="18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tempor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incididunt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FFFFFF"/>
                </a:solidFill>
                <a:latin typeface="Lucida Sans Unicode"/>
                <a:cs typeface="Lucida Sans Unicode"/>
              </a:rPr>
              <a:t>ut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labore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et</a:t>
            </a:r>
            <a:r>
              <a:rPr sz="18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dolore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862330" y="1606765"/>
            <a:ext cx="1868805" cy="7073900"/>
          </a:xfrm>
          <a:custGeom>
            <a:avLst/>
            <a:gdLst/>
            <a:ahLst/>
            <a:cxnLst/>
            <a:rect l="l" t="t" r="r" b="b"/>
            <a:pathLst>
              <a:path w="1868804" h="7073900">
                <a:moveTo>
                  <a:pt x="1868258" y="6139358"/>
                </a:moveTo>
                <a:lnTo>
                  <a:pt x="1867039" y="6091288"/>
                </a:lnTo>
                <a:lnTo>
                  <a:pt x="1863432" y="6043841"/>
                </a:lnTo>
                <a:lnTo>
                  <a:pt x="1857502" y="5997092"/>
                </a:lnTo>
                <a:lnTo>
                  <a:pt x="1849285" y="5951093"/>
                </a:lnTo>
                <a:lnTo>
                  <a:pt x="1838845" y="5905906"/>
                </a:lnTo>
                <a:lnTo>
                  <a:pt x="1826260" y="5861570"/>
                </a:lnTo>
                <a:lnTo>
                  <a:pt x="1811578" y="5818175"/>
                </a:lnTo>
                <a:lnTo>
                  <a:pt x="1794852" y="5775744"/>
                </a:lnTo>
                <a:lnTo>
                  <a:pt x="1776145" y="5734367"/>
                </a:lnTo>
                <a:lnTo>
                  <a:pt x="1755521" y="5694096"/>
                </a:lnTo>
                <a:lnTo>
                  <a:pt x="1733029" y="5654967"/>
                </a:lnTo>
                <a:lnTo>
                  <a:pt x="1708721" y="5617070"/>
                </a:lnTo>
                <a:lnTo>
                  <a:pt x="1682686" y="5580443"/>
                </a:lnTo>
                <a:lnTo>
                  <a:pt x="1654949" y="5545163"/>
                </a:lnTo>
                <a:lnTo>
                  <a:pt x="1625587" y="5511266"/>
                </a:lnTo>
                <a:lnTo>
                  <a:pt x="1594662" y="5478818"/>
                </a:lnTo>
                <a:lnTo>
                  <a:pt x="1562214" y="5447893"/>
                </a:lnTo>
                <a:lnTo>
                  <a:pt x="1528318" y="5418531"/>
                </a:lnTo>
                <a:lnTo>
                  <a:pt x="1493037" y="5390807"/>
                </a:lnTo>
                <a:lnTo>
                  <a:pt x="1456410" y="5364759"/>
                </a:lnTo>
                <a:lnTo>
                  <a:pt x="1418513" y="5340464"/>
                </a:lnTo>
                <a:lnTo>
                  <a:pt x="1379397" y="5317972"/>
                </a:lnTo>
                <a:lnTo>
                  <a:pt x="1339113" y="5297335"/>
                </a:lnTo>
                <a:lnTo>
                  <a:pt x="1297736" y="5278628"/>
                </a:lnTo>
                <a:lnTo>
                  <a:pt x="1255318" y="5261902"/>
                </a:lnTo>
                <a:lnTo>
                  <a:pt x="1211910" y="5247221"/>
                </a:lnTo>
                <a:lnTo>
                  <a:pt x="1167587" y="5234635"/>
                </a:lnTo>
                <a:lnTo>
                  <a:pt x="1122387" y="5224196"/>
                </a:lnTo>
                <a:lnTo>
                  <a:pt x="1076388" y="5215991"/>
                </a:lnTo>
                <a:lnTo>
                  <a:pt x="1029639" y="5210048"/>
                </a:lnTo>
                <a:lnTo>
                  <a:pt x="982205" y="5206441"/>
                </a:lnTo>
                <a:lnTo>
                  <a:pt x="934123" y="5205222"/>
                </a:lnTo>
                <a:lnTo>
                  <a:pt x="886053" y="5206441"/>
                </a:lnTo>
                <a:lnTo>
                  <a:pt x="838619" y="5210048"/>
                </a:lnTo>
                <a:lnTo>
                  <a:pt x="791870" y="5215991"/>
                </a:lnTo>
                <a:lnTo>
                  <a:pt x="745871" y="5224196"/>
                </a:lnTo>
                <a:lnTo>
                  <a:pt x="700671" y="5234635"/>
                </a:lnTo>
                <a:lnTo>
                  <a:pt x="656348" y="5247221"/>
                </a:lnTo>
                <a:lnTo>
                  <a:pt x="612940" y="5261902"/>
                </a:lnTo>
                <a:lnTo>
                  <a:pt x="570522" y="5278628"/>
                </a:lnTo>
                <a:lnTo>
                  <a:pt x="529145" y="5297335"/>
                </a:lnTo>
                <a:lnTo>
                  <a:pt x="488861" y="5317972"/>
                </a:lnTo>
                <a:lnTo>
                  <a:pt x="449745" y="5340464"/>
                </a:lnTo>
                <a:lnTo>
                  <a:pt x="411848" y="5364759"/>
                </a:lnTo>
                <a:lnTo>
                  <a:pt x="375221" y="5390807"/>
                </a:lnTo>
                <a:lnTo>
                  <a:pt x="339928" y="5418531"/>
                </a:lnTo>
                <a:lnTo>
                  <a:pt x="306044" y="5447893"/>
                </a:lnTo>
                <a:lnTo>
                  <a:pt x="273596" y="5478818"/>
                </a:lnTo>
                <a:lnTo>
                  <a:pt x="242671" y="5511266"/>
                </a:lnTo>
                <a:lnTo>
                  <a:pt x="213309" y="5545163"/>
                </a:lnTo>
                <a:lnTo>
                  <a:pt x="185572" y="5580443"/>
                </a:lnTo>
                <a:lnTo>
                  <a:pt x="159524" y="5617070"/>
                </a:lnTo>
                <a:lnTo>
                  <a:pt x="135229" y="5654967"/>
                </a:lnTo>
                <a:lnTo>
                  <a:pt x="112737" y="5694096"/>
                </a:lnTo>
                <a:lnTo>
                  <a:pt x="92113" y="5734367"/>
                </a:lnTo>
                <a:lnTo>
                  <a:pt x="73406" y="5775744"/>
                </a:lnTo>
                <a:lnTo>
                  <a:pt x="56680" y="5818175"/>
                </a:lnTo>
                <a:lnTo>
                  <a:pt x="41986" y="5861570"/>
                </a:lnTo>
                <a:lnTo>
                  <a:pt x="29400" y="5905906"/>
                </a:lnTo>
                <a:lnTo>
                  <a:pt x="18973" y="5951093"/>
                </a:lnTo>
                <a:lnTo>
                  <a:pt x="10756" y="5997092"/>
                </a:lnTo>
                <a:lnTo>
                  <a:pt x="4813" y="6043841"/>
                </a:lnTo>
                <a:lnTo>
                  <a:pt x="1206" y="6091288"/>
                </a:lnTo>
                <a:lnTo>
                  <a:pt x="0" y="6139358"/>
                </a:lnTo>
                <a:lnTo>
                  <a:pt x="1206" y="6187427"/>
                </a:lnTo>
                <a:lnTo>
                  <a:pt x="4813" y="6234862"/>
                </a:lnTo>
                <a:lnTo>
                  <a:pt x="10756" y="6281610"/>
                </a:lnTo>
                <a:lnTo>
                  <a:pt x="18973" y="6327610"/>
                </a:lnTo>
                <a:lnTo>
                  <a:pt x="29400" y="6372809"/>
                </a:lnTo>
                <a:lnTo>
                  <a:pt x="41986" y="6417132"/>
                </a:lnTo>
                <a:lnTo>
                  <a:pt x="56680" y="6460541"/>
                </a:lnTo>
                <a:lnTo>
                  <a:pt x="73406" y="6502959"/>
                </a:lnTo>
                <a:lnTo>
                  <a:pt x="92113" y="6544335"/>
                </a:lnTo>
                <a:lnTo>
                  <a:pt x="112737" y="6584620"/>
                </a:lnTo>
                <a:lnTo>
                  <a:pt x="135229" y="6623736"/>
                </a:lnTo>
                <a:lnTo>
                  <a:pt x="159524" y="6661632"/>
                </a:lnTo>
                <a:lnTo>
                  <a:pt x="185572" y="6698259"/>
                </a:lnTo>
                <a:lnTo>
                  <a:pt x="213309" y="6733553"/>
                </a:lnTo>
                <a:lnTo>
                  <a:pt x="242671" y="6767449"/>
                </a:lnTo>
                <a:lnTo>
                  <a:pt x="273596" y="6799885"/>
                </a:lnTo>
                <a:lnTo>
                  <a:pt x="306044" y="6830822"/>
                </a:lnTo>
                <a:lnTo>
                  <a:pt x="339928" y="6860172"/>
                </a:lnTo>
                <a:lnTo>
                  <a:pt x="375221" y="6887908"/>
                </a:lnTo>
                <a:lnTo>
                  <a:pt x="411848" y="6913956"/>
                </a:lnTo>
                <a:lnTo>
                  <a:pt x="449745" y="6938251"/>
                </a:lnTo>
                <a:lnTo>
                  <a:pt x="488861" y="6960743"/>
                </a:lnTo>
                <a:lnTo>
                  <a:pt x="529145" y="6981368"/>
                </a:lnTo>
                <a:lnTo>
                  <a:pt x="570522" y="7000075"/>
                </a:lnTo>
                <a:lnTo>
                  <a:pt x="612940" y="7016801"/>
                </a:lnTo>
                <a:lnTo>
                  <a:pt x="656348" y="7031495"/>
                </a:lnTo>
                <a:lnTo>
                  <a:pt x="700671" y="7044080"/>
                </a:lnTo>
                <a:lnTo>
                  <a:pt x="745871" y="7054507"/>
                </a:lnTo>
                <a:lnTo>
                  <a:pt x="791870" y="7062724"/>
                </a:lnTo>
                <a:lnTo>
                  <a:pt x="838619" y="7068667"/>
                </a:lnTo>
                <a:lnTo>
                  <a:pt x="886053" y="7072274"/>
                </a:lnTo>
                <a:lnTo>
                  <a:pt x="934123" y="7073493"/>
                </a:lnTo>
                <a:lnTo>
                  <a:pt x="982205" y="7072274"/>
                </a:lnTo>
                <a:lnTo>
                  <a:pt x="1029639" y="7068667"/>
                </a:lnTo>
                <a:lnTo>
                  <a:pt x="1076388" y="7062724"/>
                </a:lnTo>
                <a:lnTo>
                  <a:pt x="1122387" y="7054507"/>
                </a:lnTo>
                <a:lnTo>
                  <a:pt x="1167587" y="7044080"/>
                </a:lnTo>
                <a:lnTo>
                  <a:pt x="1211910" y="7031495"/>
                </a:lnTo>
                <a:lnTo>
                  <a:pt x="1255318" y="7016801"/>
                </a:lnTo>
                <a:lnTo>
                  <a:pt x="1297736" y="7000075"/>
                </a:lnTo>
                <a:lnTo>
                  <a:pt x="1339113" y="6981368"/>
                </a:lnTo>
                <a:lnTo>
                  <a:pt x="1379397" y="6960743"/>
                </a:lnTo>
                <a:lnTo>
                  <a:pt x="1418513" y="6938251"/>
                </a:lnTo>
                <a:lnTo>
                  <a:pt x="1456410" y="6913956"/>
                </a:lnTo>
                <a:lnTo>
                  <a:pt x="1493037" y="6887908"/>
                </a:lnTo>
                <a:lnTo>
                  <a:pt x="1528318" y="6860172"/>
                </a:lnTo>
                <a:lnTo>
                  <a:pt x="1562214" y="6830822"/>
                </a:lnTo>
                <a:lnTo>
                  <a:pt x="1594662" y="6799885"/>
                </a:lnTo>
                <a:lnTo>
                  <a:pt x="1625587" y="6767449"/>
                </a:lnTo>
                <a:lnTo>
                  <a:pt x="1654949" y="6733553"/>
                </a:lnTo>
                <a:lnTo>
                  <a:pt x="1682686" y="6698259"/>
                </a:lnTo>
                <a:lnTo>
                  <a:pt x="1708721" y="6661632"/>
                </a:lnTo>
                <a:lnTo>
                  <a:pt x="1733029" y="6623736"/>
                </a:lnTo>
                <a:lnTo>
                  <a:pt x="1755521" y="6584620"/>
                </a:lnTo>
                <a:lnTo>
                  <a:pt x="1776145" y="6544335"/>
                </a:lnTo>
                <a:lnTo>
                  <a:pt x="1794852" y="6502959"/>
                </a:lnTo>
                <a:lnTo>
                  <a:pt x="1811578" y="6460541"/>
                </a:lnTo>
                <a:lnTo>
                  <a:pt x="1826260" y="6417132"/>
                </a:lnTo>
                <a:lnTo>
                  <a:pt x="1838845" y="6372809"/>
                </a:lnTo>
                <a:lnTo>
                  <a:pt x="1849285" y="6327610"/>
                </a:lnTo>
                <a:lnTo>
                  <a:pt x="1857502" y="6281610"/>
                </a:lnTo>
                <a:lnTo>
                  <a:pt x="1863432" y="6234862"/>
                </a:lnTo>
                <a:lnTo>
                  <a:pt x="1867039" y="6187427"/>
                </a:lnTo>
                <a:lnTo>
                  <a:pt x="1868258" y="6139358"/>
                </a:lnTo>
                <a:close/>
              </a:path>
              <a:path w="1868804" h="7073900">
                <a:moveTo>
                  <a:pt x="1868258" y="3537661"/>
                </a:moveTo>
                <a:lnTo>
                  <a:pt x="1867039" y="3489591"/>
                </a:lnTo>
                <a:lnTo>
                  <a:pt x="1863432" y="3442157"/>
                </a:lnTo>
                <a:lnTo>
                  <a:pt x="1857502" y="3395408"/>
                </a:lnTo>
                <a:lnTo>
                  <a:pt x="1849285" y="3349409"/>
                </a:lnTo>
                <a:lnTo>
                  <a:pt x="1838845" y="3304209"/>
                </a:lnTo>
                <a:lnTo>
                  <a:pt x="1826260" y="3259886"/>
                </a:lnTo>
                <a:lnTo>
                  <a:pt x="1811578" y="3216478"/>
                </a:lnTo>
                <a:lnTo>
                  <a:pt x="1794852" y="3174060"/>
                </a:lnTo>
                <a:lnTo>
                  <a:pt x="1776145" y="3132683"/>
                </a:lnTo>
                <a:lnTo>
                  <a:pt x="1755521" y="3092399"/>
                </a:lnTo>
                <a:lnTo>
                  <a:pt x="1733029" y="3053283"/>
                </a:lnTo>
                <a:lnTo>
                  <a:pt x="1708721" y="3015386"/>
                </a:lnTo>
                <a:lnTo>
                  <a:pt x="1682686" y="2978759"/>
                </a:lnTo>
                <a:lnTo>
                  <a:pt x="1654949" y="2943466"/>
                </a:lnTo>
                <a:lnTo>
                  <a:pt x="1625587" y="2909570"/>
                </a:lnTo>
                <a:lnTo>
                  <a:pt x="1594662" y="2877134"/>
                </a:lnTo>
                <a:lnTo>
                  <a:pt x="1562214" y="2846197"/>
                </a:lnTo>
                <a:lnTo>
                  <a:pt x="1528318" y="2816847"/>
                </a:lnTo>
                <a:lnTo>
                  <a:pt x="1493037" y="2789110"/>
                </a:lnTo>
                <a:lnTo>
                  <a:pt x="1456410" y="2763062"/>
                </a:lnTo>
                <a:lnTo>
                  <a:pt x="1418513" y="2738767"/>
                </a:lnTo>
                <a:lnTo>
                  <a:pt x="1379397" y="2716276"/>
                </a:lnTo>
                <a:lnTo>
                  <a:pt x="1339113" y="2695651"/>
                </a:lnTo>
                <a:lnTo>
                  <a:pt x="1297736" y="2676944"/>
                </a:lnTo>
                <a:lnTo>
                  <a:pt x="1255318" y="2660218"/>
                </a:lnTo>
                <a:lnTo>
                  <a:pt x="1211910" y="2645524"/>
                </a:lnTo>
                <a:lnTo>
                  <a:pt x="1167587" y="2632938"/>
                </a:lnTo>
                <a:lnTo>
                  <a:pt x="1122387" y="2622512"/>
                </a:lnTo>
                <a:lnTo>
                  <a:pt x="1076388" y="2614295"/>
                </a:lnTo>
                <a:lnTo>
                  <a:pt x="1029639" y="2608351"/>
                </a:lnTo>
                <a:lnTo>
                  <a:pt x="982205" y="2604744"/>
                </a:lnTo>
                <a:lnTo>
                  <a:pt x="934123" y="2603525"/>
                </a:lnTo>
                <a:lnTo>
                  <a:pt x="886053" y="2604744"/>
                </a:lnTo>
                <a:lnTo>
                  <a:pt x="838619" y="2608351"/>
                </a:lnTo>
                <a:lnTo>
                  <a:pt x="791870" y="2614295"/>
                </a:lnTo>
                <a:lnTo>
                  <a:pt x="745871" y="2622512"/>
                </a:lnTo>
                <a:lnTo>
                  <a:pt x="700671" y="2632938"/>
                </a:lnTo>
                <a:lnTo>
                  <a:pt x="656348" y="2645524"/>
                </a:lnTo>
                <a:lnTo>
                  <a:pt x="612940" y="2660218"/>
                </a:lnTo>
                <a:lnTo>
                  <a:pt x="570522" y="2676944"/>
                </a:lnTo>
                <a:lnTo>
                  <a:pt x="529145" y="2695651"/>
                </a:lnTo>
                <a:lnTo>
                  <a:pt x="488861" y="2716276"/>
                </a:lnTo>
                <a:lnTo>
                  <a:pt x="449745" y="2738767"/>
                </a:lnTo>
                <a:lnTo>
                  <a:pt x="411848" y="2763062"/>
                </a:lnTo>
                <a:lnTo>
                  <a:pt x="375221" y="2789110"/>
                </a:lnTo>
                <a:lnTo>
                  <a:pt x="339928" y="2816847"/>
                </a:lnTo>
                <a:lnTo>
                  <a:pt x="306044" y="2846197"/>
                </a:lnTo>
                <a:lnTo>
                  <a:pt x="273596" y="2877134"/>
                </a:lnTo>
                <a:lnTo>
                  <a:pt x="242671" y="2909570"/>
                </a:lnTo>
                <a:lnTo>
                  <a:pt x="213309" y="2943466"/>
                </a:lnTo>
                <a:lnTo>
                  <a:pt x="185572" y="2978759"/>
                </a:lnTo>
                <a:lnTo>
                  <a:pt x="159524" y="3015386"/>
                </a:lnTo>
                <a:lnTo>
                  <a:pt x="135229" y="3053283"/>
                </a:lnTo>
                <a:lnTo>
                  <a:pt x="112737" y="3092399"/>
                </a:lnTo>
                <a:lnTo>
                  <a:pt x="92113" y="3132683"/>
                </a:lnTo>
                <a:lnTo>
                  <a:pt x="73406" y="3174060"/>
                </a:lnTo>
                <a:lnTo>
                  <a:pt x="56680" y="3216478"/>
                </a:lnTo>
                <a:lnTo>
                  <a:pt x="41986" y="3259886"/>
                </a:lnTo>
                <a:lnTo>
                  <a:pt x="29400" y="3304209"/>
                </a:lnTo>
                <a:lnTo>
                  <a:pt x="18973" y="3349409"/>
                </a:lnTo>
                <a:lnTo>
                  <a:pt x="10756" y="3395408"/>
                </a:lnTo>
                <a:lnTo>
                  <a:pt x="4813" y="3442157"/>
                </a:lnTo>
                <a:lnTo>
                  <a:pt x="1206" y="3489591"/>
                </a:lnTo>
                <a:lnTo>
                  <a:pt x="0" y="3537661"/>
                </a:lnTo>
                <a:lnTo>
                  <a:pt x="1206" y="3585730"/>
                </a:lnTo>
                <a:lnTo>
                  <a:pt x="4813" y="3633178"/>
                </a:lnTo>
                <a:lnTo>
                  <a:pt x="10756" y="3679926"/>
                </a:lnTo>
                <a:lnTo>
                  <a:pt x="18973" y="3725926"/>
                </a:lnTo>
                <a:lnTo>
                  <a:pt x="29400" y="3771112"/>
                </a:lnTo>
                <a:lnTo>
                  <a:pt x="41986" y="3815448"/>
                </a:lnTo>
                <a:lnTo>
                  <a:pt x="56680" y="3858857"/>
                </a:lnTo>
                <a:lnTo>
                  <a:pt x="73406" y="3901275"/>
                </a:lnTo>
                <a:lnTo>
                  <a:pt x="92113" y="3942651"/>
                </a:lnTo>
                <a:lnTo>
                  <a:pt x="112737" y="3982923"/>
                </a:lnTo>
                <a:lnTo>
                  <a:pt x="135229" y="4022052"/>
                </a:lnTo>
                <a:lnTo>
                  <a:pt x="159524" y="4059948"/>
                </a:lnTo>
                <a:lnTo>
                  <a:pt x="185572" y="4096575"/>
                </a:lnTo>
                <a:lnTo>
                  <a:pt x="213309" y="4131856"/>
                </a:lnTo>
                <a:lnTo>
                  <a:pt x="242671" y="4165752"/>
                </a:lnTo>
                <a:lnTo>
                  <a:pt x="273596" y="4198201"/>
                </a:lnTo>
                <a:lnTo>
                  <a:pt x="306044" y="4229125"/>
                </a:lnTo>
                <a:lnTo>
                  <a:pt x="339928" y="4258488"/>
                </a:lnTo>
                <a:lnTo>
                  <a:pt x="375221" y="4286212"/>
                </a:lnTo>
                <a:lnTo>
                  <a:pt x="411848" y="4312259"/>
                </a:lnTo>
                <a:lnTo>
                  <a:pt x="449745" y="4336554"/>
                </a:lnTo>
                <a:lnTo>
                  <a:pt x="488861" y="4359046"/>
                </a:lnTo>
                <a:lnTo>
                  <a:pt x="529145" y="4379684"/>
                </a:lnTo>
                <a:lnTo>
                  <a:pt x="570522" y="4398391"/>
                </a:lnTo>
                <a:lnTo>
                  <a:pt x="612940" y="4415117"/>
                </a:lnTo>
                <a:lnTo>
                  <a:pt x="656348" y="4429798"/>
                </a:lnTo>
                <a:lnTo>
                  <a:pt x="700671" y="4442384"/>
                </a:lnTo>
                <a:lnTo>
                  <a:pt x="745871" y="4452823"/>
                </a:lnTo>
                <a:lnTo>
                  <a:pt x="791870" y="4461040"/>
                </a:lnTo>
                <a:lnTo>
                  <a:pt x="838619" y="4466971"/>
                </a:lnTo>
                <a:lnTo>
                  <a:pt x="886053" y="4470578"/>
                </a:lnTo>
                <a:lnTo>
                  <a:pt x="934123" y="4471797"/>
                </a:lnTo>
                <a:lnTo>
                  <a:pt x="982205" y="4470578"/>
                </a:lnTo>
                <a:lnTo>
                  <a:pt x="1029639" y="4466971"/>
                </a:lnTo>
                <a:lnTo>
                  <a:pt x="1076388" y="4461040"/>
                </a:lnTo>
                <a:lnTo>
                  <a:pt x="1122387" y="4452823"/>
                </a:lnTo>
                <a:lnTo>
                  <a:pt x="1167587" y="4442384"/>
                </a:lnTo>
                <a:lnTo>
                  <a:pt x="1211910" y="4429798"/>
                </a:lnTo>
                <a:lnTo>
                  <a:pt x="1255318" y="4415117"/>
                </a:lnTo>
                <a:lnTo>
                  <a:pt x="1297736" y="4398391"/>
                </a:lnTo>
                <a:lnTo>
                  <a:pt x="1339113" y="4379684"/>
                </a:lnTo>
                <a:lnTo>
                  <a:pt x="1379397" y="4359046"/>
                </a:lnTo>
                <a:lnTo>
                  <a:pt x="1418513" y="4336554"/>
                </a:lnTo>
                <a:lnTo>
                  <a:pt x="1456410" y="4312259"/>
                </a:lnTo>
                <a:lnTo>
                  <a:pt x="1493037" y="4286212"/>
                </a:lnTo>
                <a:lnTo>
                  <a:pt x="1528318" y="4258488"/>
                </a:lnTo>
                <a:lnTo>
                  <a:pt x="1562214" y="4229125"/>
                </a:lnTo>
                <a:lnTo>
                  <a:pt x="1594662" y="4198201"/>
                </a:lnTo>
                <a:lnTo>
                  <a:pt x="1625587" y="4165752"/>
                </a:lnTo>
                <a:lnTo>
                  <a:pt x="1654949" y="4131856"/>
                </a:lnTo>
                <a:lnTo>
                  <a:pt x="1682686" y="4096575"/>
                </a:lnTo>
                <a:lnTo>
                  <a:pt x="1708721" y="4059948"/>
                </a:lnTo>
                <a:lnTo>
                  <a:pt x="1733029" y="4022052"/>
                </a:lnTo>
                <a:lnTo>
                  <a:pt x="1755521" y="3982923"/>
                </a:lnTo>
                <a:lnTo>
                  <a:pt x="1776145" y="3942651"/>
                </a:lnTo>
                <a:lnTo>
                  <a:pt x="1794852" y="3901275"/>
                </a:lnTo>
                <a:lnTo>
                  <a:pt x="1811578" y="3858857"/>
                </a:lnTo>
                <a:lnTo>
                  <a:pt x="1826260" y="3815448"/>
                </a:lnTo>
                <a:lnTo>
                  <a:pt x="1838845" y="3771112"/>
                </a:lnTo>
                <a:lnTo>
                  <a:pt x="1849285" y="3725926"/>
                </a:lnTo>
                <a:lnTo>
                  <a:pt x="1857502" y="3679926"/>
                </a:lnTo>
                <a:lnTo>
                  <a:pt x="1863432" y="3633178"/>
                </a:lnTo>
                <a:lnTo>
                  <a:pt x="1867039" y="3585730"/>
                </a:lnTo>
                <a:lnTo>
                  <a:pt x="1868258" y="3537661"/>
                </a:lnTo>
                <a:close/>
              </a:path>
              <a:path w="1868804" h="7073900">
                <a:moveTo>
                  <a:pt x="1868258" y="934123"/>
                </a:moveTo>
                <a:lnTo>
                  <a:pt x="1867039" y="886053"/>
                </a:lnTo>
                <a:lnTo>
                  <a:pt x="1863432" y="838619"/>
                </a:lnTo>
                <a:lnTo>
                  <a:pt x="1857502" y="791870"/>
                </a:lnTo>
                <a:lnTo>
                  <a:pt x="1849285" y="745871"/>
                </a:lnTo>
                <a:lnTo>
                  <a:pt x="1838845" y="700671"/>
                </a:lnTo>
                <a:lnTo>
                  <a:pt x="1826260" y="656348"/>
                </a:lnTo>
                <a:lnTo>
                  <a:pt x="1811578" y="612940"/>
                </a:lnTo>
                <a:lnTo>
                  <a:pt x="1794852" y="570522"/>
                </a:lnTo>
                <a:lnTo>
                  <a:pt x="1776145" y="529145"/>
                </a:lnTo>
                <a:lnTo>
                  <a:pt x="1755521" y="488861"/>
                </a:lnTo>
                <a:lnTo>
                  <a:pt x="1733029" y="449745"/>
                </a:lnTo>
                <a:lnTo>
                  <a:pt x="1708721" y="411848"/>
                </a:lnTo>
                <a:lnTo>
                  <a:pt x="1682686" y="375221"/>
                </a:lnTo>
                <a:lnTo>
                  <a:pt x="1654949" y="339928"/>
                </a:lnTo>
                <a:lnTo>
                  <a:pt x="1625587" y="306031"/>
                </a:lnTo>
                <a:lnTo>
                  <a:pt x="1594662" y="273596"/>
                </a:lnTo>
                <a:lnTo>
                  <a:pt x="1562214" y="242658"/>
                </a:lnTo>
                <a:lnTo>
                  <a:pt x="1528318" y="213309"/>
                </a:lnTo>
                <a:lnTo>
                  <a:pt x="1493037" y="185572"/>
                </a:lnTo>
                <a:lnTo>
                  <a:pt x="1456410" y="159524"/>
                </a:lnTo>
                <a:lnTo>
                  <a:pt x="1418513" y="135229"/>
                </a:lnTo>
                <a:lnTo>
                  <a:pt x="1379397" y="112737"/>
                </a:lnTo>
                <a:lnTo>
                  <a:pt x="1339113" y="92113"/>
                </a:lnTo>
                <a:lnTo>
                  <a:pt x="1297736" y="73406"/>
                </a:lnTo>
                <a:lnTo>
                  <a:pt x="1255318" y="56680"/>
                </a:lnTo>
                <a:lnTo>
                  <a:pt x="1211910" y="41986"/>
                </a:lnTo>
                <a:lnTo>
                  <a:pt x="1167587" y="29400"/>
                </a:lnTo>
                <a:lnTo>
                  <a:pt x="1122387" y="18973"/>
                </a:lnTo>
                <a:lnTo>
                  <a:pt x="1076388" y="10756"/>
                </a:lnTo>
                <a:lnTo>
                  <a:pt x="1029639" y="4813"/>
                </a:lnTo>
                <a:lnTo>
                  <a:pt x="982205" y="1206"/>
                </a:lnTo>
                <a:lnTo>
                  <a:pt x="934123" y="0"/>
                </a:lnTo>
                <a:lnTo>
                  <a:pt x="886053" y="1206"/>
                </a:lnTo>
                <a:lnTo>
                  <a:pt x="838619" y="4813"/>
                </a:lnTo>
                <a:lnTo>
                  <a:pt x="791870" y="10756"/>
                </a:lnTo>
                <a:lnTo>
                  <a:pt x="745871" y="18973"/>
                </a:lnTo>
                <a:lnTo>
                  <a:pt x="700671" y="29400"/>
                </a:lnTo>
                <a:lnTo>
                  <a:pt x="656348" y="41986"/>
                </a:lnTo>
                <a:lnTo>
                  <a:pt x="612940" y="56680"/>
                </a:lnTo>
                <a:lnTo>
                  <a:pt x="570522" y="73406"/>
                </a:lnTo>
                <a:lnTo>
                  <a:pt x="529145" y="92113"/>
                </a:lnTo>
                <a:lnTo>
                  <a:pt x="488861" y="112737"/>
                </a:lnTo>
                <a:lnTo>
                  <a:pt x="449745" y="135229"/>
                </a:lnTo>
                <a:lnTo>
                  <a:pt x="411848" y="159524"/>
                </a:lnTo>
                <a:lnTo>
                  <a:pt x="375221" y="185572"/>
                </a:lnTo>
                <a:lnTo>
                  <a:pt x="339928" y="213309"/>
                </a:lnTo>
                <a:lnTo>
                  <a:pt x="306044" y="242658"/>
                </a:lnTo>
                <a:lnTo>
                  <a:pt x="273596" y="273596"/>
                </a:lnTo>
                <a:lnTo>
                  <a:pt x="242671" y="306031"/>
                </a:lnTo>
                <a:lnTo>
                  <a:pt x="213309" y="339928"/>
                </a:lnTo>
                <a:lnTo>
                  <a:pt x="185572" y="375221"/>
                </a:lnTo>
                <a:lnTo>
                  <a:pt x="159524" y="411848"/>
                </a:lnTo>
                <a:lnTo>
                  <a:pt x="135229" y="449745"/>
                </a:lnTo>
                <a:lnTo>
                  <a:pt x="112737" y="488861"/>
                </a:lnTo>
                <a:lnTo>
                  <a:pt x="92113" y="529145"/>
                </a:lnTo>
                <a:lnTo>
                  <a:pt x="73406" y="570522"/>
                </a:lnTo>
                <a:lnTo>
                  <a:pt x="56680" y="612940"/>
                </a:lnTo>
                <a:lnTo>
                  <a:pt x="41986" y="656348"/>
                </a:lnTo>
                <a:lnTo>
                  <a:pt x="29400" y="700671"/>
                </a:lnTo>
                <a:lnTo>
                  <a:pt x="18973" y="745871"/>
                </a:lnTo>
                <a:lnTo>
                  <a:pt x="10756" y="791870"/>
                </a:lnTo>
                <a:lnTo>
                  <a:pt x="4813" y="838619"/>
                </a:lnTo>
                <a:lnTo>
                  <a:pt x="1206" y="886053"/>
                </a:lnTo>
                <a:lnTo>
                  <a:pt x="0" y="934123"/>
                </a:lnTo>
                <a:lnTo>
                  <a:pt x="1206" y="982192"/>
                </a:lnTo>
                <a:lnTo>
                  <a:pt x="4813" y="1029639"/>
                </a:lnTo>
                <a:lnTo>
                  <a:pt x="10756" y="1076388"/>
                </a:lnTo>
                <a:lnTo>
                  <a:pt x="18973" y="1122387"/>
                </a:lnTo>
                <a:lnTo>
                  <a:pt x="29400" y="1167587"/>
                </a:lnTo>
                <a:lnTo>
                  <a:pt x="41986" y="1211910"/>
                </a:lnTo>
                <a:lnTo>
                  <a:pt x="56680" y="1255318"/>
                </a:lnTo>
                <a:lnTo>
                  <a:pt x="73406" y="1297736"/>
                </a:lnTo>
                <a:lnTo>
                  <a:pt x="92113" y="1339113"/>
                </a:lnTo>
                <a:lnTo>
                  <a:pt x="112737" y="1379385"/>
                </a:lnTo>
                <a:lnTo>
                  <a:pt x="135229" y="1418513"/>
                </a:lnTo>
                <a:lnTo>
                  <a:pt x="159524" y="1456410"/>
                </a:lnTo>
                <a:lnTo>
                  <a:pt x="185572" y="1493037"/>
                </a:lnTo>
                <a:lnTo>
                  <a:pt x="213309" y="1528318"/>
                </a:lnTo>
                <a:lnTo>
                  <a:pt x="242671" y="1562214"/>
                </a:lnTo>
                <a:lnTo>
                  <a:pt x="273596" y="1594662"/>
                </a:lnTo>
                <a:lnTo>
                  <a:pt x="306044" y="1625587"/>
                </a:lnTo>
                <a:lnTo>
                  <a:pt x="339928" y="1654949"/>
                </a:lnTo>
                <a:lnTo>
                  <a:pt x="375221" y="1682686"/>
                </a:lnTo>
                <a:lnTo>
                  <a:pt x="411848" y="1708721"/>
                </a:lnTo>
                <a:lnTo>
                  <a:pt x="449745" y="1733016"/>
                </a:lnTo>
                <a:lnTo>
                  <a:pt x="488861" y="1755521"/>
                </a:lnTo>
                <a:lnTo>
                  <a:pt x="529145" y="1776145"/>
                </a:lnTo>
                <a:lnTo>
                  <a:pt x="570522" y="1794852"/>
                </a:lnTo>
                <a:lnTo>
                  <a:pt x="612940" y="1811578"/>
                </a:lnTo>
                <a:lnTo>
                  <a:pt x="656348" y="1826260"/>
                </a:lnTo>
                <a:lnTo>
                  <a:pt x="700671" y="1838845"/>
                </a:lnTo>
                <a:lnTo>
                  <a:pt x="745871" y="1849285"/>
                </a:lnTo>
                <a:lnTo>
                  <a:pt x="791870" y="1857502"/>
                </a:lnTo>
                <a:lnTo>
                  <a:pt x="838619" y="1863432"/>
                </a:lnTo>
                <a:lnTo>
                  <a:pt x="886053" y="1867039"/>
                </a:lnTo>
                <a:lnTo>
                  <a:pt x="934123" y="1868258"/>
                </a:lnTo>
                <a:lnTo>
                  <a:pt x="982205" y="1867039"/>
                </a:lnTo>
                <a:lnTo>
                  <a:pt x="1029639" y="1863432"/>
                </a:lnTo>
                <a:lnTo>
                  <a:pt x="1076388" y="1857502"/>
                </a:lnTo>
                <a:lnTo>
                  <a:pt x="1122387" y="1849285"/>
                </a:lnTo>
                <a:lnTo>
                  <a:pt x="1167587" y="1838845"/>
                </a:lnTo>
                <a:lnTo>
                  <a:pt x="1211910" y="1826260"/>
                </a:lnTo>
                <a:lnTo>
                  <a:pt x="1255318" y="1811578"/>
                </a:lnTo>
                <a:lnTo>
                  <a:pt x="1297736" y="1794852"/>
                </a:lnTo>
                <a:lnTo>
                  <a:pt x="1339113" y="1776145"/>
                </a:lnTo>
                <a:lnTo>
                  <a:pt x="1379397" y="1755521"/>
                </a:lnTo>
                <a:lnTo>
                  <a:pt x="1418513" y="1733016"/>
                </a:lnTo>
                <a:lnTo>
                  <a:pt x="1456410" y="1708721"/>
                </a:lnTo>
                <a:lnTo>
                  <a:pt x="1493037" y="1682686"/>
                </a:lnTo>
                <a:lnTo>
                  <a:pt x="1528318" y="1654949"/>
                </a:lnTo>
                <a:lnTo>
                  <a:pt x="1562214" y="1625587"/>
                </a:lnTo>
                <a:lnTo>
                  <a:pt x="1594662" y="1594662"/>
                </a:lnTo>
                <a:lnTo>
                  <a:pt x="1625587" y="1562214"/>
                </a:lnTo>
                <a:lnTo>
                  <a:pt x="1654949" y="1528318"/>
                </a:lnTo>
                <a:lnTo>
                  <a:pt x="1682686" y="1493037"/>
                </a:lnTo>
                <a:lnTo>
                  <a:pt x="1708721" y="1456410"/>
                </a:lnTo>
                <a:lnTo>
                  <a:pt x="1733029" y="1418513"/>
                </a:lnTo>
                <a:lnTo>
                  <a:pt x="1755521" y="1379385"/>
                </a:lnTo>
                <a:lnTo>
                  <a:pt x="1776145" y="1339113"/>
                </a:lnTo>
                <a:lnTo>
                  <a:pt x="1794852" y="1297736"/>
                </a:lnTo>
                <a:lnTo>
                  <a:pt x="1811578" y="1255318"/>
                </a:lnTo>
                <a:lnTo>
                  <a:pt x="1826260" y="1211910"/>
                </a:lnTo>
                <a:lnTo>
                  <a:pt x="1838845" y="1167587"/>
                </a:lnTo>
                <a:lnTo>
                  <a:pt x="1849285" y="1122387"/>
                </a:lnTo>
                <a:lnTo>
                  <a:pt x="1857502" y="1076388"/>
                </a:lnTo>
                <a:lnTo>
                  <a:pt x="1863432" y="1029639"/>
                </a:lnTo>
                <a:lnTo>
                  <a:pt x="1867039" y="982192"/>
                </a:lnTo>
                <a:lnTo>
                  <a:pt x="1868258" y="934123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577447" y="1897319"/>
            <a:ext cx="438150" cy="1223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850" b="1" spc="-1430" dirty="0">
                <a:latin typeface="Trebuchet MS"/>
                <a:cs typeface="Trebuchet MS"/>
              </a:rPr>
              <a:t>1</a:t>
            </a:r>
            <a:endParaRPr sz="78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08025" y="4491333"/>
            <a:ext cx="777240" cy="1223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850" b="1" spc="1235" dirty="0">
                <a:latin typeface="Trebuchet MS"/>
                <a:cs typeface="Trebuchet MS"/>
              </a:rPr>
              <a:t>2</a:t>
            </a:r>
            <a:endParaRPr sz="78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51746" y="7093579"/>
            <a:ext cx="689610" cy="1223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850" b="1" spc="545" dirty="0">
                <a:latin typeface="Trebuchet MS"/>
                <a:cs typeface="Trebuchet MS"/>
              </a:rPr>
              <a:t>3</a:t>
            </a:r>
            <a:endParaRPr sz="7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28700" y="8997950"/>
            <a:ext cx="2515235" cy="260350"/>
          </a:xfrm>
          <a:custGeom>
            <a:avLst/>
            <a:gdLst/>
            <a:ahLst/>
            <a:cxnLst/>
            <a:rect l="l" t="t" r="r" b="b"/>
            <a:pathLst>
              <a:path w="2515235" h="260350">
                <a:moveTo>
                  <a:pt x="2515021" y="260350"/>
                </a:moveTo>
                <a:lnTo>
                  <a:pt x="0" y="260350"/>
                </a:lnTo>
                <a:lnTo>
                  <a:pt x="0" y="0"/>
                </a:lnTo>
                <a:lnTo>
                  <a:pt x="2515021" y="0"/>
                </a:lnTo>
                <a:lnTo>
                  <a:pt x="2515021" y="260350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413749" y="1110370"/>
            <a:ext cx="3340100" cy="3783965"/>
          </a:xfrm>
          <a:custGeom>
            <a:avLst/>
            <a:gdLst/>
            <a:ahLst/>
            <a:cxnLst/>
            <a:rect l="l" t="t" r="r" b="b"/>
            <a:pathLst>
              <a:path w="3340100" h="3783965">
                <a:moveTo>
                  <a:pt x="2872364" y="3783706"/>
                </a:moveTo>
                <a:lnTo>
                  <a:pt x="467735" y="3783706"/>
                </a:lnTo>
                <a:lnTo>
                  <a:pt x="437762" y="3782222"/>
                </a:lnTo>
                <a:lnTo>
                  <a:pt x="390562" y="3775179"/>
                </a:lnTo>
                <a:lnTo>
                  <a:pt x="344494" y="3763601"/>
                </a:lnTo>
                <a:lnTo>
                  <a:pt x="299877" y="3747622"/>
                </a:lnTo>
                <a:lnTo>
                  <a:pt x="257028" y="3727372"/>
                </a:lnTo>
                <a:lnTo>
                  <a:pt x="216266" y="3702983"/>
                </a:lnTo>
                <a:lnTo>
                  <a:pt x="177911" y="3674588"/>
                </a:lnTo>
                <a:lnTo>
                  <a:pt x="142280" y="3642319"/>
                </a:lnTo>
                <a:lnTo>
                  <a:pt x="110011" y="3606688"/>
                </a:lnTo>
                <a:lnTo>
                  <a:pt x="81616" y="3568332"/>
                </a:lnTo>
                <a:lnTo>
                  <a:pt x="57227" y="3527571"/>
                </a:lnTo>
                <a:lnTo>
                  <a:pt x="36977" y="3484722"/>
                </a:lnTo>
                <a:lnTo>
                  <a:pt x="20997" y="3440105"/>
                </a:lnTo>
                <a:lnTo>
                  <a:pt x="9420" y="3394037"/>
                </a:lnTo>
                <a:lnTo>
                  <a:pt x="2377" y="3346837"/>
                </a:lnTo>
                <a:lnTo>
                  <a:pt x="0" y="3298824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1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2854324" y="0"/>
                </a:lnTo>
                <a:lnTo>
                  <a:pt x="2902337" y="2377"/>
                </a:lnTo>
                <a:lnTo>
                  <a:pt x="2949537" y="9420"/>
                </a:lnTo>
                <a:lnTo>
                  <a:pt x="2995605" y="20997"/>
                </a:lnTo>
                <a:lnTo>
                  <a:pt x="3040222" y="36977"/>
                </a:lnTo>
                <a:lnTo>
                  <a:pt x="3083071" y="57227"/>
                </a:lnTo>
                <a:lnTo>
                  <a:pt x="3123832" y="81615"/>
                </a:lnTo>
                <a:lnTo>
                  <a:pt x="3162188" y="110010"/>
                </a:lnTo>
                <a:lnTo>
                  <a:pt x="3197819" y="142280"/>
                </a:lnTo>
                <a:lnTo>
                  <a:pt x="3230088" y="177911"/>
                </a:lnTo>
                <a:lnTo>
                  <a:pt x="3258483" y="216266"/>
                </a:lnTo>
                <a:lnTo>
                  <a:pt x="3282872" y="257028"/>
                </a:lnTo>
                <a:lnTo>
                  <a:pt x="3303122" y="299876"/>
                </a:lnTo>
                <a:lnTo>
                  <a:pt x="3319102" y="344494"/>
                </a:lnTo>
                <a:lnTo>
                  <a:pt x="3330679" y="390562"/>
                </a:lnTo>
                <a:lnTo>
                  <a:pt x="3337722" y="437762"/>
                </a:lnTo>
                <a:lnTo>
                  <a:pt x="3340099" y="485774"/>
                </a:lnTo>
                <a:lnTo>
                  <a:pt x="3340099" y="3298824"/>
                </a:lnTo>
                <a:lnTo>
                  <a:pt x="3337722" y="3346837"/>
                </a:lnTo>
                <a:lnTo>
                  <a:pt x="3330679" y="3394037"/>
                </a:lnTo>
                <a:lnTo>
                  <a:pt x="3319102" y="3440105"/>
                </a:lnTo>
                <a:lnTo>
                  <a:pt x="3303122" y="3484722"/>
                </a:lnTo>
                <a:lnTo>
                  <a:pt x="3282872" y="3527571"/>
                </a:lnTo>
                <a:lnTo>
                  <a:pt x="3258483" y="3568332"/>
                </a:lnTo>
                <a:lnTo>
                  <a:pt x="3230088" y="3606688"/>
                </a:lnTo>
                <a:lnTo>
                  <a:pt x="3197819" y="3642319"/>
                </a:lnTo>
                <a:lnTo>
                  <a:pt x="3162188" y="3674588"/>
                </a:lnTo>
                <a:lnTo>
                  <a:pt x="3123832" y="3702983"/>
                </a:lnTo>
                <a:lnTo>
                  <a:pt x="3083071" y="3727372"/>
                </a:lnTo>
                <a:lnTo>
                  <a:pt x="3040222" y="3747622"/>
                </a:lnTo>
                <a:lnTo>
                  <a:pt x="2995605" y="3763601"/>
                </a:lnTo>
                <a:lnTo>
                  <a:pt x="2949537" y="3775179"/>
                </a:lnTo>
                <a:lnTo>
                  <a:pt x="2902337" y="3782222"/>
                </a:lnTo>
                <a:lnTo>
                  <a:pt x="2872364" y="3783706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16000" y="972674"/>
            <a:ext cx="5425440" cy="1596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090"/>
              </a:lnSpc>
              <a:spcBef>
                <a:spcPts val="100"/>
              </a:spcBef>
            </a:pPr>
            <a:r>
              <a:rPr sz="5150" spc="-10" dirty="0">
                <a:solidFill>
                  <a:srgbClr val="000000"/>
                </a:solidFill>
              </a:rPr>
              <a:t>OUR</a:t>
            </a:r>
            <a:r>
              <a:rPr sz="5150" spc="-300" dirty="0">
                <a:solidFill>
                  <a:srgbClr val="000000"/>
                </a:solidFill>
              </a:rPr>
              <a:t> </a:t>
            </a:r>
            <a:r>
              <a:rPr sz="5150" spc="-10" dirty="0">
                <a:solidFill>
                  <a:srgbClr val="000000"/>
                </a:solidFill>
              </a:rPr>
              <a:t>COMPANY</a:t>
            </a:r>
            <a:endParaRPr sz="5150"/>
          </a:p>
          <a:p>
            <a:pPr marL="12700">
              <a:lnSpc>
                <a:spcPts val="6270"/>
              </a:lnSpc>
            </a:pPr>
            <a:r>
              <a:rPr sz="5300" b="1" spc="515" dirty="0">
                <a:solidFill>
                  <a:srgbClr val="000000"/>
                </a:solidFill>
                <a:latin typeface="Trebuchet MS"/>
                <a:cs typeface="Trebuchet MS"/>
              </a:rPr>
              <a:t>PERFORMANCE</a:t>
            </a:r>
            <a:endParaRPr sz="53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6000" y="3647366"/>
            <a:ext cx="5459095" cy="1139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95"/>
              </a:spcBef>
            </a:pPr>
            <a:r>
              <a:rPr sz="2100" dirty="0">
                <a:latin typeface="Lucida Sans Unicode"/>
                <a:cs typeface="Lucida Sans Unicode"/>
              </a:rPr>
              <a:t>Lorem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ipsum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dolor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sit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65" dirty="0">
                <a:latin typeface="Lucida Sans Unicode"/>
                <a:cs typeface="Lucida Sans Unicode"/>
              </a:rPr>
              <a:t>amet,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consectetur adipiscing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-70" dirty="0">
                <a:latin typeface="Lucida Sans Unicode"/>
                <a:cs typeface="Lucida Sans Unicode"/>
              </a:rPr>
              <a:t>elit,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85" dirty="0">
                <a:latin typeface="Lucida Sans Unicode"/>
                <a:cs typeface="Lucida Sans Unicode"/>
              </a:rPr>
              <a:t>sed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80" dirty="0">
                <a:latin typeface="Lucida Sans Unicode"/>
                <a:cs typeface="Lucida Sans Unicode"/>
              </a:rPr>
              <a:t>do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65" dirty="0">
                <a:latin typeface="Lucida Sans Unicode"/>
                <a:cs typeface="Lucida Sans Unicode"/>
              </a:rPr>
              <a:t>eiusmod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tempor </a:t>
            </a:r>
            <a:r>
              <a:rPr sz="2100" dirty="0">
                <a:latin typeface="Lucida Sans Unicode"/>
                <a:cs typeface="Lucida Sans Unicode"/>
              </a:rPr>
              <a:t>incididunt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ut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60" dirty="0">
                <a:latin typeface="Lucida Sans Unicode"/>
                <a:cs typeface="Lucida Sans Unicode"/>
              </a:rPr>
              <a:t>labore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60" dirty="0">
                <a:latin typeface="Lucida Sans Unicode"/>
                <a:cs typeface="Lucida Sans Unicode"/>
              </a:rPr>
              <a:t>et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dolore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6000" y="5641266"/>
            <a:ext cx="5459095" cy="1139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95"/>
              </a:spcBef>
            </a:pPr>
            <a:r>
              <a:rPr sz="2100" dirty="0">
                <a:latin typeface="Lucida Sans Unicode"/>
                <a:cs typeface="Lucida Sans Unicode"/>
              </a:rPr>
              <a:t>Lorem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ipsum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dolor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sit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65" dirty="0">
                <a:latin typeface="Lucida Sans Unicode"/>
                <a:cs typeface="Lucida Sans Unicode"/>
              </a:rPr>
              <a:t>amet,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consectetur adipiscing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-70" dirty="0">
                <a:latin typeface="Lucida Sans Unicode"/>
                <a:cs typeface="Lucida Sans Unicode"/>
              </a:rPr>
              <a:t>elit,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85" dirty="0">
                <a:latin typeface="Lucida Sans Unicode"/>
                <a:cs typeface="Lucida Sans Unicode"/>
              </a:rPr>
              <a:t>sed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80" dirty="0">
                <a:latin typeface="Lucida Sans Unicode"/>
                <a:cs typeface="Lucida Sans Unicode"/>
              </a:rPr>
              <a:t>do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65" dirty="0">
                <a:latin typeface="Lucida Sans Unicode"/>
                <a:cs typeface="Lucida Sans Unicode"/>
              </a:rPr>
              <a:t>eiusmod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tempor </a:t>
            </a:r>
            <a:r>
              <a:rPr sz="2100" dirty="0">
                <a:latin typeface="Lucida Sans Unicode"/>
                <a:cs typeface="Lucida Sans Unicode"/>
              </a:rPr>
              <a:t>incididunt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ut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60" dirty="0">
                <a:latin typeface="Lucida Sans Unicode"/>
                <a:cs typeface="Lucida Sans Unicode"/>
              </a:rPr>
              <a:t>labore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60" dirty="0">
                <a:latin typeface="Lucida Sans Unicode"/>
                <a:cs typeface="Lucida Sans Unicode"/>
              </a:rPr>
              <a:t>et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dolore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413749" y="5473700"/>
            <a:ext cx="3340100" cy="3783965"/>
          </a:xfrm>
          <a:custGeom>
            <a:avLst/>
            <a:gdLst/>
            <a:ahLst/>
            <a:cxnLst/>
            <a:rect l="l" t="t" r="r" b="b"/>
            <a:pathLst>
              <a:path w="3340100" h="3783965">
                <a:moveTo>
                  <a:pt x="2872368" y="3783706"/>
                </a:moveTo>
                <a:lnTo>
                  <a:pt x="467731" y="3783706"/>
                </a:lnTo>
                <a:lnTo>
                  <a:pt x="437762" y="3782222"/>
                </a:lnTo>
                <a:lnTo>
                  <a:pt x="390562" y="3775179"/>
                </a:lnTo>
                <a:lnTo>
                  <a:pt x="344494" y="3763602"/>
                </a:lnTo>
                <a:lnTo>
                  <a:pt x="299877" y="3747622"/>
                </a:lnTo>
                <a:lnTo>
                  <a:pt x="257028" y="3727372"/>
                </a:lnTo>
                <a:lnTo>
                  <a:pt x="216266" y="3702983"/>
                </a:lnTo>
                <a:lnTo>
                  <a:pt x="177911" y="3674588"/>
                </a:lnTo>
                <a:lnTo>
                  <a:pt x="142280" y="3642319"/>
                </a:lnTo>
                <a:lnTo>
                  <a:pt x="110011" y="3606688"/>
                </a:lnTo>
                <a:lnTo>
                  <a:pt x="81616" y="3568333"/>
                </a:lnTo>
                <a:lnTo>
                  <a:pt x="57227" y="3527571"/>
                </a:lnTo>
                <a:lnTo>
                  <a:pt x="36977" y="3484722"/>
                </a:lnTo>
                <a:lnTo>
                  <a:pt x="20997" y="3440105"/>
                </a:lnTo>
                <a:lnTo>
                  <a:pt x="9420" y="3394037"/>
                </a:lnTo>
                <a:lnTo>
                  <a:pt x="2377" y="3346837"/>
                </a:lnTo>
                <a:lnTo>
                  <a:pt x="0" y="3298824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1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2854324" y="0"/>
                </a:lnTo>
                <a:lnTo>
                  <a:pt x="2902337" y="2377"/>
                </a:lnTo>
                <a:lnTo>
                  <a:pt x="2949537" y="9420"/>
                </a:lnTo>
                <a:lnTo>
                  <a:pt x="2995605" y="20997"/>
                </a:lnTo>
                <a:lnTo>
                  <a:pt x="3040222" y="36977"/>
                </a:lnTo>
                <a:lnTo>
                  <a:pt x="3083071" y="57227"/>
                </a:lnTo>
                <a:lnTo>
                  <a:pt x="3123832" y="81615"/>
                </a:lnTo>
                <a:lnTo>
                  <a:pt x="3162188" y="110010"/>
                </a:lnTo>
                <a:lnTo>
                  <a:pt x="3197819" y="142280"/>
                </a:lnTo>
                <a:lnTo>
                  <a:pt x="3230088" y="177911"/>
                </a:lnTo>
                <a:lnTo>
                  <a:pt x="3258483" y="216266"/>
                </a:lnTo>
                <a:lnTo>
                  <a:pt x="3282872" y="257028"/>
                </a:lnTo>
                <a:lnTo>
                  <a:pt x="3303122" y="299877"/>
                </a:lnTo>
                <a:lnTo>
                  <a:pt x="3319102" y="344494"/>
                </a:lnTo>
                <a:lnTo>
                  <a:pt x="3330679" y="390562"/>
                </a:lnTo>
                <a:lnTo>
                  <a:pt x="3337722" y="437762"/>
                </a:lnTo>
                <a:lnTo>
                  <a:pt x="3340099" y="485775"/>
                </a:lnTo>
                <a:lnTo>
                  <a:pt x="3340099" y="3298824"/>
                </a:lnTo>
                <a:lnTo>
                  <a:pt x="3337722" y="3346837"/>
                </a:lnTo>
                <a:lnTo>
                  <a:pt x="3330679" y="3394037"/>
                </a:lnTo>
                <a:lnTo>
                  <a:pt x="3319102" y="3440105"/>
                </a:lnTo>
                <a:lnTo>
                  <a:pt x="3303122" y="3484722"/>
                </a:lnTo>
                <a:lnTo>
                  <a:pt x="3282872" y="3527571"/>
                </a:lnTo>
                <a:lnTo>
                  <a:pt x="3258483" y="3568333"/>
                </a:lnTo>
                <a:lnTo>
                  <a:pt x="3230088" y="3606688"/>
                </a:lnTo>
                <a:lnTo>
                  <a:pt x="3197819" y="3642319"/>
                </a:lnTo>
                <a:lnTo>
                  <a:pt x="3162188" y="3674588"/>
                </a:lnTo>
                <a:lnTo>
                  <a:pt x="3123832" y="3702983"/>
                </a:lnTo>
                <a:lnTo>
                  <a:pt x="3083071" y="3727372"/>
                </a:lnTo>
                <a:lnTo>
                  <a:pt x="3040222" y="3747622"/>
                </a:lnTo>
                <a:lnTo>
                  <a:pt x="2995605" y="3763602"/>
                </a:lnTo>
                <a:lnTo>
                  <a:pt x="2949537" y="3775179"/>
                </a:lnTo>
                <a:lnTo>
                  <a:pt x="2902337" y="3782222"/>
                </a:lnTo>
                <a:lnTo>
                  <a:pt x="2872368" y="3783706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243069" y="1830934"/>
            <a:ext cx="1681480" cy="2339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16399"/>
              </a:lnSpc>
              <a:spcBef>
                <a:spcPts val="95"/>
              </a:spcBef>
            </a:pPr>
            <a:r>
              <a:rPr sz="4350" b="1" spc="550" dirty="0">
                <a:solidFill>
                  <a:srgbClr val="FFFFFF"/>
                </a:solidFill>
                <a:latin typeface="Trebuchet MS"/>
                <a:cs typeface="Trebuchet MS"/>
              </a:rPr>
              <a:t>299K </a:t>
            </a:r>
            <a:r>
              <a:rPr sz="4350" b="1" spc="380" dirty="0">
                <a:solidFill>
                  <a:srgbClr val="FFFFFF"/>
                </a:solidFill>
                <a:latin typeface="Trebuchet MS"/>
                <a:cs typeface="Trebuchet MS"/>
              </a:rPr>
              <a:t>IN </a:t>
            </a:r>
            <a:r>
              <a:rPr sz="4350" b="1" spc="660" dirty="0">
                <a:solidFill>
                  <a:srgbClr val="FFFFFF"/>
                </a:solidFill>
                <a:latin typeface="Trebuchet MS"/>
                <a:cs typeface="Trebuchet MS"/>
              </a:rPr>
              <a:t>2022</a:t>
            </a:r>
            <a:endParaRPr sz="43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43069" y="6059271"/>
            <a:ext cx="1681480" cy="2339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-635" algn="ctr">
              <a:lnSpc>
                <a:spcPct val="116399"/>
              </a:lnSpc>
              <a:spcBef>
                <a:spcPts val="95"/>
              </a:spcBef>
            </a:pPr>
            <a:r>
              <a:rPr sz="4350" b="1" spc="-20" dirty="0">
                <a:solidFill>
                  <a:srgbClr val="FFFFFF"/>
                </a:solidFill>
                <a:latin typeface="Trebuchet MS"/>
                <a:cs typeface="Trebuchet MS"/>
              </a:rPr>
              <a:t>112K </a:t>
            </a:r>
            <a:r>
              <a:rPr sz="4350" b="1" spc="380" dirty="0">
                <a:solidFill>
                  <a:srgbClr val="FFFFFF"/>
                </a:solidFill>
                <a:latin typeface="Trebuchet MS"/>
                <a:cs typeface="Trebuchet MS"/>
              </a:rPr>
              <a:t>IN </a:t>
            </a:r>
            <a:r>
              <a:rPr sz="4350" b="1" spc="660" dirty="0">
                <a:solidFill>
                  <a:srgbClr val="FFFFFF"/>
                </a:solidFill>
                <a:latin typeface="Trebuchet MS"/>
                <a:cs typeface="Trebuchet MS"/>
              </a:rPr>
              <a:t>2022</a:t>
            </a:r>
            <a:endParaRPr sz="43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406610" y="2205758"/>
            <a:ext cx="4635500" cy="1511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95"/>
              </a:spcBef>
            </a:pPr>
            <a:r>
              <a:rPr sz="2100" dirty="0">
                <a:latin typeface="Lucida Sans Unicode"/>
                <a:cs typeface="Lucida Sans Unicode"/>
              </a:rPr>
              <a:t>Lorem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ipsum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dolor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sit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spc="45" dirty="0">
                <a:latin typeface="Lucida Sans Unicode"/>
                <a:cs typeface="Lucida Sans Unicode"/>
              </a:rPr>
              <a:t>amet, </a:t>
            </a:r>
            <a:r>
              <a:rPr sz="2100" spc="65" dirty="0">
                <a:latin typeface="Lucida Sans Unicode"/>
                <a:cs typeface="Lucida Sans Unicode"/>
              </a:rPr>
              <a:t>consectetur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adipiscing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-70" dirty="0">
                <a:latin typeface="Lucida Sans Unicode"/>
                <a:cs typeface="Lucida Sans Unicode"/>
              </a:rPr>
              <a:t>elit,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85" dirty="0">
                <a:latin typeface="Lucida Sans Unicode"/>
                <a:cs typeface="Lucida Sans Unicode"/>
              </a:rPr>
              <a:t>sed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do </a:t>
            </a:r>
            <a:r>
              <a:rPr sz="2100" spc="65" dirty="0">
                <a:latin typeface="Lucida Sans Unicode"/>
                <a:cs typeface="Lucida Sans Unicode"/>
              </a:rPr>
              <a:t>eiusmod</a:t>
            </a:r>
            <a:r>
              <a:rPr sz="2100" dirty="0">
                <a:latin typeface="Lucida Sans Unicode"/>
                <a:cs typeface="Lucida Sans Unicode"/>
              </a:rPr>
              <a:t> </a:t>
            </a:r>
            <a:r>
              <a:rPr sz="2100" spc="65" dirty="0">
                <a:latin typeface="Lucida Sans Unicode"/>
                <a:cs typeface="Lucida Sans Unicode"/>
              </a:rPr>
              <a:t>tempor</a:t>
            </a:r>
            <a:r>
              <a:rPr sz="2100" dirty="0">
                <a:latin typeface="Lucida Sans Unicode"/>
                <a:cs typeface="Lucida Sans Unicode"/>
              </a:rPr>
              <a:t> incididunt </a:t>
            </a:r>
            <a:r>
              <a:rPr sz="2100" spc="-25" dirty="0">
                <a:latin typeface="Lucida Sans Unicode"/>
                <a:cs typeface="Lucida Sans Unicode"/>
              </a:rPr>
              <a:t>ut </a:t>
            </a:r>
            <a:r>
              <a:rPr sz="2100" spc="60" dirty="0">
                <a:latin typeface="Lucida Sans Unicode"/>
                <a:cs typeface="Lucida Sans Unicode"/>
              </a:rPr>
              <a:t>labore</a:t>
            </a:r>
            <a:r>
              <a:rPr sz="2100" spc="-90" dirty="0">
                <a:latin typeface="Lucida Sans Unicode"/>
                <a:cs typeface="Lucida Sans Unicode"/>
              </a:rPr>
              <a:t> </a:t>
            </a:r>
            <a:r>
              <a:rPr sz="2100" spc="60" dirty="0">
                <a:latin typeface="Lucida Sans Unicode"/>
                <a:cs typeface="Lucida Sans Unicode"/>
              </a:rPr>
              <a:t>et</a:t>
            </a:r>
            <a:r>
              <a:rPr sz="2100" spc="-9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dolore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406610" y="6569086"/>
            <a:ext cx="4635500" cy="1511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95"/>
              </a:spcBef>
            </a:pPr>
            <a:r>
              <a:rPr sz="2100" dirty="0">
                <a:latin typeface="Lucida Sans Unicode"/>
                <a:cs typeface="Lucida Sans Unicode"/>
              </a:rPr>
              <a:t>Lorem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ipsum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dolor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sit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spc="45" dirty="0">
                <a:latin typeface="Lucida Sans Unicode"/>
                <a:cs typeface="Lucida Sans Unicode"/>
              </a:rPr>
              <a:t>amet, </a:t>
            </a:r>
            <a:r>
              <a:rPr sz="2100" spc="65" dirty="0">
                <a:latin typeface="Lucida Sans Unicode"/>
                <a:cs typeface="Lucida Sans Unicode"/>
              </a:rPr>
              <a:t>consectetur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adipiscing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-70" dirty="0">
                <a:latin typeface="Lucida Sans Unicode"/>
                <a:cs typeface="Lucida Sans Unicode"/>
              </a:rPr>
              <a:t>elit,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85" dirty="0">
                <a:latin typeface="Lucida Sans Unicode"/>
                <a:cs typeface="Lucida Sans Unicode"/>
              </a:rPr>
              <a:t>sed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do </a:t>
            </a:r>
            <a:r>
              <a:rPr sz="2100" spc="65" dirty="0">
                <a:latin typeface="Lucida Sans Unicode"/>
                <a:cs typeface="Lucida Sans Unicode"/>
              </a:rPr>
              <a:t>eiusmod</a:t>
            </a:r>
            <a:r>
              <a:rPr sz="2100" dirty="0">
                <a:latin typeface="Lucida Sans Unicode"/>
                <a:cs typeface="Lucida Sans Unicode"/>
              </a:rPr>
              <a:t> </a:t>
            </a:r>
            <a:r>
              <a:rPr sz="2100" spc="65" dirty="0">
                <a:latin typeface="Lucida Sans Unicode"/>
                <a:cs typeface="Lucida Sans Unicode"/>
              </a:rPr>
              <a:t>tempor</a:t>
            </a:r>
            <a:r>
              <a:rPr sz="2100" dirty="0">
                <a:latin typeface="Lucida Sans Unicode"/>
                <a:cs typeface="Lucida Sans Unicode"/>
              </a:rPr>
              <a:t> incididunt </a:t>
            </a:r>
            <a:r>
              <a:rPr sz="2100" spc="-25" dirty="0">
                <a:latin typeface="Lucida Sans Unicode"/>
                <a:cs typeface="Lucida Sans Unicode"/>
              </a:rPr>
              <a:t>ut </a:t>
            </a:r>
            <a:r>
              <a:rPr sz="2100" spc="60" dirty="0">
                <a:latin typeface="Lucida Sans Unicode"/>
                <a:cs typeface="Lucida Sans Unicode"/>
              </a:rPr>
              <a:t>labore</a:t>
            </a:r>
            <a:r>
              <a:rPr sz="2100" spc="-90" dirty="0">
                <a:latin typeface="Lucida Sans Unicode"/>
                <a:cs typeface="Lucida Sans Unicode"/>
              </a:rPr>
              <a:t> </a:t>
            </a:r>
            <a:r>
              <a:rPr sz="2100" spc="60" dirty="0">
                <a:latin typeface="Lucida Sans Unicode"/>
                <a:cs typeface="Lucida Sans Unicode"/>
              </a:rPr>
              <a:t>et</a:t>
            </a:r>
            <a:r>
              <a:rPr sz="2100" spc="-9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dolore</a:t>
            </a:r>
            <a:endParaRPr sz="21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6735" y="4065559"/>
            <a:ext cx="2959994" cy="296054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8272" rIns="0" bIns="0" rtlCol="0">
            <a:spAutoFit/>
          </a:bodyPr>
          <a:lstStyle/>
          <a:p>
            <a:pPr marL="2861945" algn="ctr">
              <a:lnSpc>
                <a:spcPct val="100000"/>
              </a:lnSpc>
              <a:spcBef>
                <a:spcPts val="610"/>
              </a:spcBef>
            </a:pPr>
            <a:r>
              <a:rPr dirty="0"/>
              <a:t>MEET</a:t>
            </a:r>
            <a:r>
              <a:rPr spc="180" dirty="0"/>
              <a:t> </a:t>
            </a:r>
            <a:r>
              <a:rPr spc="-25" dirty="0"/>
              <a:t>OUR</a:t>
            </a:r>
          </a:p>
          <a:p>
            <a:pPr marL="2861945" algn="ctr">
              <a:lnSpc>
                <a:spcPct val="100000"/>
              </a:lnSpc>
              <a:spcBef>
                <a:spcPts val="765"/>
              </a:spcBef>
            </a:pPr>
            <a:r>
              <a:rPr sz="5650" b="1" spc="484" dirty="0">
                <a:solidFill>
                  <a:srgbClr val="000000"/>
                </a:solidFill>
                <a:latin typeface="Trebuchet MS"/>
                <a:cs typeface="Trebuchet MS"/>
              </a:rPr>
              <a:t>TEAM</a:t>
            </a:r>
            <a:r>
              <a:rPr sz="5650" b="1" spc="-15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5650" b="1" spc="600" dirty="0">
                <a:solidFill>
                  <a:srgbClr val="000000"/>
                </a:solidFill>
                <a:latin typeface="Trebuchet MS"/>
                <a:cs typeface="Trebuchet MS"/>
              </a:rPr>
              <a:t>MEMBERS</a:t>
            </a:r>
            <a:endParaRPr sz="56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61527" y="2686762"/>
            <a:ext cx="7786370" cy="807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9535" marR="5080" indent="-77470">
              <a:lnSpc>
                <a:spcPct val="116500"/>
              </a:lnSpc>
              <a:spcBef>
                <a:spcPts val="95"/>
              </a:spcBef>
            </a:pPr>
            <a:r>
              <a:rPr sz="2200" dirty="0">
                <a:solidFill>
                  <a:srgbClr val="2F3641"/>
                </a:solidFill>
                <a:latin typeface="Lucida Sans Unicode"/>
                <a:cs typeface="Lucida Sans Unicode"/>
              </a:rPr>
              <a:t>Lorem</a:t>
            </a:r>
            <a:r>
              <a:rPr sz="2200" spc="-8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55" dirty="0">
                <a:solidFill>
                  <a:srgbClr val="2F3641"/>
                </a:solidFill>
                <a:latin typeface="Lucida Sans Unicode"/>
                <a:cs typeface="Lucida Sans Unicode"/>
              </a:rPr>
              <a:t>ipsum</a:t>
            </a:r>
            <a:r>
              <a:rPr sz="2200" spc="-8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2F3641"/>
                </a:solidFill>
                <a:latin typeface="Lucida Sans Unicode"/>
                <a:cs typeface="Lucida Sans Unicode"/>
              </a:rPr>
              <a:t>dolor</a:t>
            </a:r>
            <a:r>
              <a:rPr sz="2200" spc="-7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-20" dirty="0">
                <a:solidFill>
                  <a:srgbClr val="2F3641"/>
                </a:solidFill>
                <a:latin typeface="Lucida Sans Unicode"/>
                <a:cs typeface="Lucida Sans Unicode"/>
              </a:rPr>
              <a:t>sit</a:t>
            </a:r>
            <a:r>
              <a:rPr sz="2200" spc="-7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65" dirty="0">
                <a:solidFill>
                  <a:srgbClr val="2F3641"/>
                </a:solidFill>
                <a:latin typeface="Lucida Sans Unicode"/>
                <a:cs typeface="Lucida Sans Unicode"/>
              </a:rPr>
              <a:t>amet,</a:t>
            </a:r>
            <a:r>
              <a:rPr sz="2200" spc="-7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65" dirty="0">
                <a:solidFill>
                  <a:srgbClr val="2F3641"/>
                </a:solidFill>
                <a:latin typeface="Lucida Sans Unicode"/>
                <a:cs typeface="Lucida Sans Unicode"/>
              </a:rPr>
              <a:t>consectetur</a:t>
            </a:r>
            <a:r>
              <a:rPr sz="2200" spc="-7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55" dirty="0">
                <a:solidFill>
                  <a:srgbClr val="2F3641"/>
                </a:solidFill>
                <a:latin typeface="Lucida Sans Unicode"/>
                <a:cs typeface="Lucida Sans Unicode"/>
              </a:rPr>
              <a:t>adipiscing</a:t>
            </a:r>
            <a:r>
              <a:rPr sz="2200" spc="-7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2F3641"/>
                </a:solidFill>
                <a:latin typeface="Lucida Sans Unicode"/>
                <a:cs typeface="Lucida Sans Unicode"/>
              </a:rPr>
              <a:t>elit, </a:t>
            </a:r>
            <a:r>
              <a:rPr sz="2200" spc="90" dirty="0">
                <a:solidFill>
                  <a:srgbClr val="2F3641"/>
                </a:solidFill>
                <a:latin typeface="Lucida Sans Unicode"/>
                <a:cs typeface="Lucida Sans Unicode"/>
              </a:rPr>
              <a:t>sed</a:t>
            </a:r>
            <a:r>
              <a:rPr sz="2200" spc="-7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85" dirty="0">
                <a:solidFill>
                  <a:srgbClr val="2F3641"/>
                </a:solidFill>
                <a:latin typeface="Lucida Sans Unicode"/>
                <a:cs typeface="Lucida Sans Unicode"/>
              </a:rPr>
              <a:t>do</a:t>
            </a:r>
            <a:r>
              <a:rPr sz="2200" spc="-6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70" dirty="0">
                <a:solidFill>
                  <a:srgbClr val="2F3641"/>
                </a:solidFill>
                <a:latin typeface="Lucida Sans Unicode"/>
                <a:cs typeface="Lucida Sans Unicode"/>
              </a:rPr>
              <a:t>eiusmod</a:t>
            </a:r>
            <a:r>
              <a:rPr sz="2200" spc="-7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70" dirty="0">
                <a:solidFill>
                  <a:srgbClr val="2F3641"/>
                </a:solidFill>
                <a:latin typeface="Lucida Sans Unicode"/>
                <a:cs typeface="Lucida Sans Unicode"/>
              </a:rPr>
              <a:t>tempor</a:t>
            </a:r>
            <a:r>
              <a:rPr sz="2200" spc="-6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2F3641"/>
                </a:solidFill>
                <a:latin typeface="Lucida Sans Unicode"/>
                <a:cs typeface="Lucida Sans Unicode"/>
              </a:rPr>
              <a:t>incididunt</a:t>
            </a:r>
            <a:r>
              <a:rPr sz="2200" spc="-6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2F3641"/>
                </a:solidFill>
                <a:latin typeface="Lucida Sans Unicode"/>
                <a:cs typeface="Lucida Sans Unicode"/>
              </a:rPr>
              <a:t>ut</a:t>
            </a:r>
            <a:r>
              <a:rPr sz="2200" spc="-7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65" dirty="0">
                <a:solidFill>
                  <a:srgbClr val="2F3641"/>
                </a:solidFill>
                <a:latin typeface="Lucida Sans Unicode"/>
                <a:cs typeface="Lucida Sans Unicode"/>
              </a:rPr>
              <a:t>labore</a:t>
            </a:r>
            <a:r>
              <a:rPr sz="2200" spc="-6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55" dirty="0">
                <a:solidFill>
                  <a:srgbClr val="2F3641"/>
                </a:solidFill>
                <a:latin typeface="Lucida Sans Unicode"/>
                <a:cs typeface="Lucida Sans Unicode"/>
              </a:rPr>
              <a:t>et</a:t>
            </a:r>
            <a:r>
              <a:rPr sz="2200" spc="-7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2F3641"/>
                </a:solidFill>
                <a:latin typeface="Lucida Sans Unicode"/>
                <a:cs typeface="Lucida Sans Unicode"/>
              </a:rPr>
              <a:t>dolore</a:t>
            </a:r>
            <a:endParaRPr sz="2200">
              <a:latin typeface="Lucida Sans Unicode"/>
              <a:cs typeface="Lucida Sans Unicode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75528" y="4065559"/>
            <a:ext cx="2959994" cy="296054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812884" y="4065559"/>
            <a:ext cx="2959994" cy="296054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907802" y="7497027"/>
            <a:ext cx="4099560" cy="1588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4930" algn="ctr">
              <a:lnSpc>
                <a:spcPct val="116500"/>
              </a:lnSpc>
              <a:spcBef>
                <a:spcPts val="95"/>
              </a:spcBef>
            </a:pPr>
            <a:r>
              <a:rPr sz="2200" dirty="0">
                <a:solidFill>
                  <a:srgbClr val="2F3641"/>
                </a:solidFill>
                <a:latin typeface="Lucida Sans Unicode"/>
                <a:cs typeface="Lucida Sans Unicode"/>
              </a:rPr>
              <a:t>Lorem</a:t>
            </a:r>
            <a:r>
              <a:rPr sz="2200" spc="-8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55" dirty="0">
                <a:solidFill>
                  <a:srgbClr val="2F3641"/>
                </a:solidFill>
                <a:latin typeface="Lucida Sans Unicode"/>
                <a:cs typeface="Lucida Sans Unicode"/>
              </a:rPr>
              <a:t>ipsum</a:t>
            </a:r>
            <a:r>
              <a:rPr sz="2200" spc="-7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2F3641"/>
                </a:solidFill>
                <a:latin typeface="Lucida Sans Unicode"/>
                <a:cs typeface="Lucida Sans Unicode"/>
              </a:rPr>
              <a:t>dolor</a:t>
            </a:r>
            <a:r>
              <a:rPr sz="2200" spc="-7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-20" dirty="0">
                <a:solidFill>
                  <a:srgbClr val="2F3641"/>
                </a:solidFill>
                <a:latin typeface="Lucida Sans Unicode"/>
                <a:cs typeface="Lucida Sans Unicode"/>
              </a:rPr>
              <a:t>sit</a:t>
            </a:r>
            <a:r>
              <a:rPr sz="2200" spc="-6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45" dirty="0">
                <a:solidFill>
                  <a:srgbClr val="2F3641"/>
                </a:solidFill>
                <a:latin typeface="Lucida Sans Unicode"/>
                <a:cs typeface="Lucida Sans Unicode"/>
              </a:rPr>
              <a:t>amet, </a:t>
            </a:r>
            <a:r>
              <a:rPr sz="2200" spc="65" dirty="0">
                <a:solidFill>
                  <a:srgbClr val="2F3641"/>
                </a:solidFill>
                <a:latin typeface="Lucida Sans Unicode"/>
                <a:cs typeface="Lucida Sans Unicode"/>
              </a:rPr>
              <a:t>consectetur</a:t>
            </a:r>
            <a:r>
              <a:rPr sz="2200" spc="-8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55" dirty="0">
                <a:solidFill>
                  <a:srgbClr val="2F3641"/>
                </a:solidFill>
                <a:latin typeface="Lucida Sans Unicode"/>
                <a:cs typeface="Lucida Sans Unicode"/>
              </a:rPr>
              <a:t>adipiscing</a:t>
            </a:r>
            <a:r>
              <a:rPr sz="2200" spc="-7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2F3641"/>
                </a:solidFill>
                <a:latin typeface="Lucida Sans Unicode"/>
                <a:cs typeface="Lucida Sans Unicode"/>
              </a:rPr>
              <a:t>elit, </a:t>
            </a:r>
            <a:r>
              <a:rPr sz="2200" spc="90" dirty="0">
                <a:solidFill>
                  <a:srgbClr val="2F3641"/>
                </a:solidFill>
                <a:latin typeface="Lucida Sans Unicode"/>
                <a:cs typeface="Lucida Sans Unicode"/>
              </a:rPr>
              <a:t>sed</a:t>
            </a:r>
            <a:r>
              <a:rPr sz="2200" spc="-10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85" dirty="0">
                <a:solidFill>
                  <a:srgbClr val="2F3641"/>
                </a:solidFill>
                <a:latin typeface="Lucida Sans Unicode"/>
                <a:cs typeface="Lucida Sans Unicode"/>
              </a:rPr>
              <a:t>do</a:t>
            </a:r>
            <a:r>
              <a:rPr sz="2200" spc="-10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70" dirty="0">
                <a:solidFill>
                  <a:srgbClr val="2F3641"/>
                </a:solidFill>
                <a:latin typeface="Lucida Sans Unicode"/>
                <a:cs typeface="Lucida Sans Unicode"/>
              </a:rPr>
              <a:t>eiusmod</a:t>
            </a:r>
            <a:r>
              <a:rPr sz="2200" spc="-10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60" dirty="0">
                <a:solidFill>
                  <a:srgbClr val="2F3641"/>
                </a:solidFill>
                <a:latin typeface="Lucida Sans Unicode"/>
                <a:cs typeface="Lucida Sans Unicode"/>
              </a:rPr>
              <a:t>tempor </a:t>
            </a:r>
            <a:r>
              <a:rPr sz="2200" dirty="0">
                <a:solidFill>
                  <a:srgbClr val="2F3641"/>
                </a:solidFill>
                <a:latin typeface="Lucida Sans Unicode"/>
                <a:cs typeface="Lucida Sans Unicode"/>
              </a:rPr>
              <a:t>incididunt</a:t>
            </a:r>
            <a:r>
              <a:rPr sz="2200" spc="-3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2F3641"/>
                </a:solidFill>
                <a:latin typeface="Lucida Sans Unicode"/>
                <a:cs typeface="Lucida Sans Unicode"/>
              </a:rPr>
              <a:t>ut</a:t>
            </a:r>
            <a:r>
              <a:rPr sz="2200" spc="-3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65" dirty="0">
                <a:solidFill>
                  <a:srgbClr val="2F3641"/>
                </a:solidFill>
                <a:latin typeface="Lucida Sans Unicode"/>
                <a:cs typeface="Lucida Sans Unicode"/>
              </a:rPr>
              <a:t>labore</a:t>
            </a:r>
            <a:r>
              <a:rPr sz="2200" spc="-3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55" dirty="0">
                <a:solidFill>
                  <a:srgbClr val="2F3641"/>
                </a:solidFill>
                <a:latin typeface="Lucida Sans Unicode"/>
                <a:cs typeface="Lucida Sans Unicode"/>
              </a:rPr>
              <a:t>et</a:t>
            </a:r>
            <a:r>
              <a:rPr sz="2200" spc="-3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2F3641"/>
                </a:solidFill>
                <a:latin typeface="Lucida Sans Unicode"/>
                <a:cs typeface="Lucida Sans Unicode"/>
              </a:rPr>
              <a:t>dolore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68217" y="7497027"/>
            <a:ext cx="4099560" cy="1588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4930" algn="ctr">
              <a:lnSpc>
                <a:spcPct val="116500"/>
              </a:lnSpc>
              <a:spcBef>
                <a:spcPts val="95"/>
              </a:spcBef>
            </a:pPr>
            <a:r>
              <a:rPr sz="2200" dirty="0">
                <a:solidFill>
                  <a:srgbClr val="2F3641"/>
                </a:solidFill>
                <a:latin typeface="Lucida Sans Unicode"/>
                <a:cs typeface="Lucida Sans Unicode"/>
              </a:rPr>
              <a:t>Lorem</a:t>
            </a:r>
            <a:r>
              <a:rPr sz="2200" spc="-8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55" dirty="0">
                <a:solidFill>
                  <a:srgbClr val="2F3641"/>
                </a:solidFill>
                <a:latin typeface="Lucida Sans Unicode"/>
                <a:cs typeface="Lucida Sans Unicode"/>
              </a:rPr>
              <a:t>ipsum</a:t>
            </a:r>
            <a:r>
              <a:rPr sz="2200" spc="-7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2F3641"/>
                </a:solidFill>
                <a:latin typeface="Lucida Sans Unicode"/>
                <a:cs typeface="Lucida Sans Unicode"/>
              </a:rPr>
              <a:t>dolor</a:t>
            </a:r>
            <a:r>
              <a:rPr sz="2200" spc="-7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-20" dirty="0">
                <a:solidFill>
                  <a:srgbClr val="2F3641"/>
                </a:solidFill>
                <a:latin typeface="Lucida Sans Unicode"/>
                <a:cs typeface="Lucida Sans Unicode"/>
              </a:rPr>
              <a:t>sit</a:t>
            </a:r>
            <a:r>
              <a:rPr sz="2200" spc="-6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45" dirty="0">
                <a:solidFill>
                  <a:srgbClr val="2F3641"/>
                </a:solidFill>
                <a:latin typeface="Lucida Sans Unicode"/>
                <a:cs typeface="Lucida Sans Unicode"/>
              </a:rPr>
              <a:t>amet, </a:t>
            </a:r>
            <a:r>
              <a:rPr sz="2200" spc="65" dirty="0">
                <a:solidFill>
                  <a:srgbClr val="2F3641"/>
                </a:solidFill>
                <a:latin typeface="Lucida Sans Unicode"/>
                <a:cs typeface="Lucida Sans Unicode"/>
              </a:rPr>
              <a:t>consectetur</a:t>
            </a:r>
            <a:r>
              <a:rPr sz="2200" spc="-8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55" dirty="0">
                <a:solidFill>
                  <a:srgbClr val="2F3641"/>
                </a:solidFill>
                <a:latin typeface="Lucida Sans Unicode"/>
                <a:cs typeface="Lucida Sans Unicode"/>
              </a:rPr>
              <a:t>adipiscing</a:t>
            </a:r>
            <a:r>
              <a:rPr sz="2200" spc="-7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2F3641"/>
                </a:solidFill>
                <a:latin typeface="Lucida Sans Unicode"/>
                <a:cs typeface="Lucida Sans Unicode"/>
              </a:rPr>
              <a:t>elit, </a:t>
            </a:r>
            <a:r>
              <a:rPr sz="2200" spc="90" dirty="0">
                <a:solidFill>
                  <a:srgbClr val="2F3641"/>
                </a:solidFill>
                <a:latin typeface="Lucida Sans Unicode"/>
                <a:cs typeface="Lucida Sans Unicode"/>
              </a:rPr>
              <a:t>sed</a:t>
            </a:r>
            <a:r>
              <a:rPr sz="2200" spc="-10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85" dirty="0">
                <a:solidFill>
                  <a:srgbClr val="2F3641"/>
                </a:solidFill>
                <a:latin typeface="Lucida Sans Unicode"/>
                <a:cs typeface="Lucida Sans Unicode"/>
              </a:rPr>
              <a:t>do</a:t>
            </a:r>
            <a:r>
              <a:rPr sz="2200" spc="-10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70" dirty="0">
                <a:solidFill>
                  <a:srgbClr val="2F3641"/>
                </a:solidFill>
                <a:latin typeface="Lucida Sans Unicode"/>
                <a:cs typeface="Lucida Sans Unicode"/>
              </a:rPr>
              <a:t>eiusmod</a:t>
            </a:r>
            <a:r>
              <a:rPr sz="2200" spc="-10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60" dirty="0">
                <a:solidFill>
                  <a:srgbClr val="2F3641"/>
                </a:solidFill>
                <a:latin typeface="Lucida Sans Unicode"/>
                <a:cs typeface="Lucida Sans Unicode"/>
              </a:rPr>
              <a:t>tempor </a:t>
            </a:r>
            <a:r>
              <a:rPr sz="2200" dirty="0">
                <a:solidFill>
                  <a:srgbClr val="2F3641"/>
                </a:solidFill>
                <a:latin typeface="Lucida Sans Unicode"/>
                <a:cs typeface="Lucida Sans Unicode"/>
              </a:rPr>
              <a:t>incididunt</a:t>
            </a:r>
            <a:r>
              <a:rPr sz="2200" spc="-3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2F3641"/>
                </a:solidFill>
                <a:latin typeface="Lucida Sans Unicode"/>
                <a:cs typeface="Lucida Sans Unicode"/>
              </a:rPr>
              <a:t>ut</a:t>
            </a:r>
            <a:r>
              <a:rPr sz="2200" spc="-3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65" dirty="0">
                <a:solidFill>
                  <a:srgbClr val="2F3641"/>
                </a:solidFill>
                <a:latin typeface="Lucida Sans Unicode"/>
                <a:cs typeface="Lucida Sans Unicode"/>
              </a:rPr>
              <a:t>labore</a:t>
            </a:r>
            <a:r>
              <a:rPr sz="2200" spc="-3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55" dirty="0">
                <a:solidFill>
                  <a:srgbClr val="2F3641"/>
                </a:solidFill>
                <a:latin typeface="Lucida Sans Unicode"/>
                <a:cs typeface="Lucida Sans Unicode"/>
              </a:rPr>
              <a:t>et</a:t>
            </a:r>
            <a:r>
              <a:rPr sz="2200" spc="-3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2F3641"/>
                </a:solidFill>
                <a:latin typeface="Lucida Sans Unicode"/>
                <a:cs typeface="Lucida Sans Unicode"/>
              </a:rPr>
              <a:t>dolore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05573" y="7497027"/>
            <a:ext cx="4099560" cy="1588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4930" algn="ctr">
              <a:lnSpc>
                <a:spcPct val="116500"/>
              </a:lnSpc>
              <a:spcBef>
                <a:spcPts val="95"/>
              </a:spcBef>
            </a:pPr>
            <a:r>
              <a:rPr sz="2200" dirty="0">
                <a:solidFill>
                  <a:srgbClr val="2F3641"/>
                </a:solidFill>
                <a:latin typeface="Lucida Sans Unicode"/>
                <a:cs typeface="Lucida Sans Unicode"/>
              </a:rPr>
              <a:t>Lorem</a:t>
            </a:r>
            <a:r>
              <a:rPr sz="2200" spc="-8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55" dirty="0">
                <a:solidFill>
                  <a:srgbClr val="2F3641"/>
                </a:solidFill>
                <a:latin typeface="Lucida Sans Unicode"/>
                <a:cs typeface="Lucida Sans Unicode"/>
              </a:rPr>
              <a:t>ipsum</a:t>
            </a:r>
            <a:r>
              <a:rPr sz="2200" spc="-7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2F3641"/>
                </a:solidFill>
                <a:latin typeface="Lucida Sans Unicode"/>
                <a:cs typeface="Lucida Sans Unicode"/>
              </a:rPr>
              <a:t>dolor</a:t>
            </a:r>
            <a:r>
              <a:rPr sz="2200" spc="-7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-20" dirty="0">
                <a:solidFill>
                  <a:srgbClr val="2F3641"/>
                </a:solidFill>
                <a:latin typeface="Lucida Sans Unicode"/>
                <a:cs typeface="Lucida Sans Unicode"/>
              </a:rPr>
              <a:t>sit</a:t>
            </a:r>
            <a:r>
              <a:rPr sz="2200" spc="-6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45" dirty="0">
                <a:solidFill>
                  <a:srgbClr val="2F3641"/>
                </a:solidFill>
                <a:latin typeface="Lucida Sans Unicode"/>
                <a:cs typeface="Lucida Sans Unicode"/>
              </a:rPr>
              <a:t>amet, </a:t>
            </a:r>
            <a:r>
              <a:rPr sz="2200" spc="65" dirty="0">
                <a:solidFill>
                  <a:srgbClr val="2F3641"/>
                </a:solidFill>
                <a:latin typeface="Lucida Sans Unicode"/>
                <a:cs typeface="Lucida Sans Unicode"/>
              </a:rPr>
              <a:t>consectetur</a:t>
            </a:r>
            <a:r>
              <a:rPr sz="2200" spc="-8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55" dirty="0">
                <a:solidFill>
                  <a:srgbClr val="2F3641"/>
                </a:solidFill>
                <a:latin typeface="Lucida Sans Unicode"/>
                <a:cs typeface="Lucida Sans Unicode"/>
              </a:rPr>
              <a:t>adipiscing</a:t>
            </a:r>
            <a:r>
              <a:rPr sz="2200" spc="-7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2F3641"/>
                </a:solidFill>
                <a:latin typeface="Lucida Sans Unicode"/>
                <a:cs typeface="Lucida Sans Unicode"/>
              </a:rPr>
              <a:t>elit, </a:t>
            </a:r>
            <a:r>
              <a:rPr sz="2200" spc="90" dirty="0">
                <a:solidFill>
                  <a:srgbClr val="2F3641"/>
                </a:solidFill>
                <a:latin typeface="Lucida Sans Unicode"/>
                <a:cs typeface="Lucida Sans Unicode"/>
              </a:rPr>
              <a:t>sed</a:t>
            </a:r>
            <a:r>
              <a:rPr sz="2200" spc="-10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85" dirty="0">
                <a:solidFill>
                  <a:srgbClr val="2F3641"/>
                </a:solidFill>
                <a:latin typeface="Lucida Sans Unicode"/>
                <a:cs typeface="Lucida Sans Unicode"/>
              </a:rPr>
              <a:t>do</a:t>
            </a:r>
            <a:r>
              <a:rPr sz="2200" spc="-10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70" dirty="0">
                <a:solidFill>
                  <a:srgbClr val="2F3641"/>
                </a:solidFill>
                <a:latin typeface="Lucida Sans Unicode"/>
                <a:cs typeface="Lucida Sans Unicode"/>
              </a:rPr>
              <a:t>eiusmod</a:t>
            </a:r>
            <a:r>
              <a:rPr sz="2200" spc="-10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60" dirty="0">
                <a:solidFill>
                  <a:srgbClr val="2F3641"/>
                </a:solidFill>
                <a:latin typeface="Lucida Sans Unicode"/>
                <a:cs typeface="Lucida Sans Unicode"/>
              </a:rPr>
              <a:t>tempor </a:t>
            </a:r>
            <a:r>
              <a:rPr sz="2200" dirty="0">
                <a:solidFill>
                  <a:srgbClr val="2F3641"/>
                </a:solidFill>
                <a:latin typeface="Lucida Sans Unicode"/>
                <a:cs typeface="Lucida Sans Unicode"/>
              </a:rPr>
              <a:t>incididunt</a:t>
            </a:r>
            <a:r>
              <a:rPr sz="2200" spc="-3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2F3641"/>
                </a:solidFill>
                <a:latin typeface="Lucida Sans Unicode"/>
                <a:cs typeface="Lucida Sans Unicode"/>
              </a:rPr>
              <a:t>ut</a:t>
            </a:r>
            <a:r>
              <a:rPr sz="2200" spc="-3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65" dirty="0">
                <a:solidFill>
                  <a:srgbClr val="2F3641"/>
                </a:solidFill>
                <a:latin typeface="Lucida Sans Unicode"/>
                <a:cs typeface="Lucida Sans Unicode"/>
              </a:rPr>
              <a:t>labore</a:t>
            </a:r>
            <a:r>
              <a:rPr sz="2200" spc="-3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55" dirty="0">
                <a:solidFill>
                  <a:srgbClr val="2F3641"/>
                </a:solidFill>
                <a:latin typeface="Lucida Sans Unicode"/>
                <a:cs typeface="Lucida Sans Unicode"/>
              </a:rPr>
              <a:t>et</a:t>
            </a:r>
            <a:r>
              <a:rPr sz="2200" spc="-3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2F3641"/>
                </a:solidFill>
                <a:latin typeface="Lucida Sans Unicode"/>
                <a:cs typeface="Lucida Sans Unicode"/>
              </a:rPr>
              <a:t>dolore</a:t>
            </a:r>
            <a:endParaRPr sz="2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6000" y="2420059"/>
            <a:ext cx="4753610" cy="1596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090"/>
              </a:lnSpc>
              <a:spcBef>
                <a:spcPts val="100"/>
              </a:spcBef>
            </a:pPr>
            <a:r>
              <a:rPr sz="5150" spc="-10" dirty="0">
                <a:solidFill>
                  <a:srgbClr val="000000"/>
                </a:solidFill>
              </a:rPr>
              <a:t>OUR</a:t>
            </a:r>
            <a:r>
              <a:rPr sz="5150" spc="-300" dirty="0">
                <a:solidFill>
                  <a:srgbClr val="000000"/>
                </a:solidFill>
              </a:rPr>
              <a:t> </a:t>
            </a:r>
            <a:r>
              <a:rPr sz="5150" spc="-10" dirty="0">
                <a:solidFill>
                  <a:srgbClr val="000000"/>
                </a:solidFill>
              </a:rPr>
              <a:t>YEARLY</a:t>
            </a:r>
            <a:endParaRPr sz="5150"/>
          </a:p>
          <a:p>
            <a:pPr marL="12700">
              <a:lnSpc>
                <a:spcPts val="6270"/>
              </a:lnSpc>
            </a:pPr>
            <a:r>
              <a:rPr sz="5300" b="1" spc="515" dirty="0">
                <a:solidFill>
                  <a:srgbClr val="000000"/>
                </a:solidFill>
                <a:latin typeface="Trebuchet MS"/>
                <a:cs typeface="Trebuchet MS"/>
              </a:rPr>
              <a:t>FLOW</a:t>
            </a:r>
            <a:r>
              <a:rPr sz="5300" b="1" spc="-15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5300" b="1" spc="459" dirty="0">
                <a:solidFill>
                  <a:srgbClr val="000000"/>
                </a:solidFill>
                <a:latin typeface="Trebuchet MS"/>
                <a:cs typeface="Trebuchet MS"/>
              </a:rPr>
              <a:t>CHART</a:t>
            </a:r>
            <a:endParaRPr sz="5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6000" y="4809002"/>
            <a:ext cx="5459095" cy="1139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95"/>
              </a:spcBef>
            </a:pPr>
            <a:r>
              <a:rPr sz="2100" dirty="0">
                <a:latin typeface="Lucida Sans Unicode"/>
                <a:cs typeface="Lucida Sans Unicode"/>
              </a:rPr>
              <a:t>Lorem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ipsum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dolor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sit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65" dirty="0">
                <a:latin typeface="Lucida Sans Unicode"/>
                <a:cs typeface="Lucida Sans Unicode"/>
              </a:rPr>
              <a:t>amet,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consectetur adipiscing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-70" dirty="0">
                <a:latin typeface="Lucida Sans Unicode"/>
                <a:cs typeface="Lucida Sans Unicode"/>
              </a:rPr>
              <a:t>elit,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85" dirty="0">
                <a:latin typeface="Lucida Sans Unicode"/>
                <a:cs typeface="Lucida Sans Unicode"/>
              </a:rPr>
              <a:t>sed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80" dirty="0">
                <a:latin typeface="Lucida Sans Unicode"/>
                <a:cs typeface="Lucida Sans Unicode"/>
              </a:rPr>
              <a:t>do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65" dirty="0">
                <a:latin typeface="Lucida Sans Unicode"/>
                <a:cs typeface="Lucida Sans Unicode"/>
              </a:rPr>
              <a:t>eiusmod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tempor </a:t>
            </a:r>
            <a:r>
              <a:rPr sz="2100" dirty="0">
                <a:latin typeface="Lucida Sans Unicode"/>
                <a:cs typeface="Lucida Sans Unicode"/>
              </a:rPr>
              <a:t>incididunt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ut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60" dirty="0">
                <a:latin typeface="Lucida Sans Unicode"/>
                <a:cs typeface="Lucida Sans Unicode"/>
              </a:rPr>
              <a:t>labore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60" dirty="0">
                <a:latin typeface="Lucida Sans Unicode"/>
                <a:cs typeface="Lucida Sans Unicode"/>
              </a:rPr>
              <a:t>et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dolore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097475" y="776299"/>
            <a:ext cx="0" cy="8192770"/>
          </a:xfrm>
          <a:custGeom>
            <a:avLst/>
            <a:gdLst/>
            <a:ahLst/>
            <a:cxnLst/>
            <a:rect l="l" t="t" r="r" b="b"/>
            <a:pathLst>
              <a:path h="8192770">
                <a:moveTo>
                  <a:pt x="0" y="8192292"/>
                </a:moveTo>
                <a:lnTo>
                  <a:pt x="0" y="0"/>
                </a:lnTo>
              </a:path>
            </a:pathLst>
          </a:custGeom>
          <a:ln w="101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8900125" y="776299"/>
            <a:ext cx="7651750" cy="8192770"/>
            <a:chOff x="8900125" y="776299"/>
            <a:chExt cx="7651750" cy="8192770"/>
          </a:xfrm>
        </p:grpSpPr>
        <p:sp>
          <p:nvSpPr>
            <p:cNvPr id="7" name="object 7"/>
            <p:cNvSpPr/>
            <p:nvPr/>
          </p:nvSpPr>
          <p:spPr>
            <a:xfrm>
              <a:off x="8905182" y="776299"/>
              <a:ext cx="0" cy="8192770"/>
            </a:xfrm>
            <a:custGeom>
              <a:avLst/>
              <a:gdLst/>
              <a:ahLst/>
              <a:cxnLst/>
              <a:rect l="l" t="t" r="r" b="b"/>
              <a:pathLst>
                <a:path h="8192770">
                  <a:moveTo>
                    <a:pt x="0" y="8192292"/>
                  </a:moveTo>
                  <a:lnTo>
                    <a:pt x="0" y="0"/>
                  </a:lnTo>
                </a:path>
              </a:pathLst>
            </a:custGeom>
            <a:ln w="101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70564" y="776299"/>
              <a:ext cx="5461635" cy="8192770"/>
            </a:xfrm>
            <a:custGeom>
              <a:avLst/>
              <a:gdLst/>
              <a:ahLst/>
              <a:cxnLst/>
              <a:rect l="l" t="t" r="r" b="b"/>
              <a:pathLst>
                <a:path w="5461634" h="8192770">
                  <a:moveTo>
                    <a:pt x="0" y="8192292"/>
                  </a:moveTo>
                  <a:lnTo>
                    <a:pt x="0" y="0"/>
                  </a:lnTo>
                </a:path>
                <a:path w="5461634" h="8192770">
                  <a:moveTo>
                    <a:pt x="1365382" y="8192292"/>
                  </a:moveTo>
                  <a:lnTo>
                    <a:pt x="1365382" y="0"/>
                  </a:lnTo>
                </a:path>
                <a:path w="5461634" h="8192770">
                  <a:moveTo>
                    <a:pt x="2730764" y="8192292"/>
                  </a:moveTo>
                  <a:lnTo>
                    <a:pt x="2730764" y="0"/>
                  </a:lnTo>
                </a:path>
                <a:path w="5461634" h="8192770">
                  <a:moveTo>
                    <a:pt x="4096146" y="8192292"/>
                  </a:moveTo>
                  <a:lnTo>
                    <a:pt x="4096146" y="0"/>
                  </a:lnTo>
                </a:path>
                <a:path w="5461634" h="8192770">
                  <a:moveTo>
                    <a:pt x="5461528" y="8192292"/>
                  </a:moveTo>
                  <a:lnTo>
                    <a:pt x="5461528" y="0"/>
                  </a:lnTo>
                </a:path>
              </a:pathLst>
            </a:custGeom>
            <a:ln w="101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905183" y="776299"/>
              <a:ext cx="2731135" cy="608965"/>
            </a:xfrm>
            <a:custGeom>
              <a:avLst/>
              <a:gdLst/>
              <a:ahLst/>
              <a:cxnLst/>
              <a:rect l="l" t="t" r="r" b="b"/>
              <a:pathLst>
                <a:path w="2731134" h="608965">
                  <a:moveTo>
                    <a:pt x="2688517" y="608814"/>
                  </a:moveTo>
                  <a:lnTo>
                    <a:pt x="0" y="608814"/>
                  </a:lnTo>
                  <a:lnTo>
                    <a:pt x="0" y="0"/>
                  </a:lnTo>
                  <a:lnTo>
                    <a:pt x="2688517" y="0"/>
                  </a:lnTo>
                  <a:lnTo>
                    <a:pt x="2694730" y="1235"/>
                  </a:lnTo>
                  <a:lnTo>
                    <a:pt x="2729528" y="36033"/>
                  </a:lnTo>
                  <a:lnTo>
                    <a:pt x="2730764" y="42246"/>
                  </a:lnTo>
                  <a:lnTo>
                    <a:pt x="2730764" y="566567"/>
                  </a:lnTo>
                  <a:lnTo>
                    <a:pt x="2706664" y="602635"/>
                  </a:lnTo>
                  <a:lnTo>
                    <a:pt x="2688517" y="608814"/>
                  </a:lnTo>
                  <a:close/>
                </a:path>
              </a:pathLst>
            </a:custGeom>
            <a:solidFill>
              <a:srgbClr val="6BE4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05183" y="1417156"/>
              <a:ext cx="3823335" cy="608965"/>
            </a:xfrm>
            <a:custGeom>
              <a:avLst/>
              <a:gdLst/>
              <a:ahLst/>
              <a:cxnLst/>
              <a:rect l="l" t="t" r="r" b="b"/>
              <a:pathLst>
                <a:path w="3823334" h="608964">
                  <a:moveTo>
                    <a:pt x="3780823" y="608814"/>
                  </a:moveTo>
                  <a:lnTo>
                    <a:pt x="0" y="608814"/>
                  </a:lnTo>
                  <a:lnTo>
                    <a:pt x="0" y="0"/>
                  </a:lnTo>
                  <a:lnTo>
                    <a:pt x="3780823" y="0"/>
                  </a:lnTo>
                  <a:lnTo>
                    <a:pt x="3787035" y="1235"/>
                  </a:lnTo>
                  <a:lnTo>
                    <a:pt x="3821833" y="36033"/>
                  </a:lnTo>
                  <a:lnTo>
                    <a:pt x="3823070" y="42246"/>
                  </a:lnTo>
                  <a:lnTo>
                    <a:pt x="3823070" y="566567"/>
                  </a:lnTo>
                  <a:lnTo>
                    <a:pt x="3798970" y="602635"/>
                  </a:lnTo>
                  <a:lnTo>
                    <a:pt x="3780823" y="608814"/>
                  </a:lnTo>
                  <a:close/>
                </a:path>
              </a:pathLst>
            </a:custGeom>
            <a:solidFill>
              <a:srgbClr val="40B8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05183" y="2058013"/>
              <a:ext cx="1638935" cy="608965"/>
            </a:xfrm>
            <a:custGeom>
              <a:avLst/>
              <a:gdLst/>
              <a:ahLst/>
              <a:cxnLst/>
              <a:rect l="l" t="t" r="r" b="b"/>
              <a:pathLst>
                <a:path w="1638934" h="608964">
                  <a:moveTo>
                    <a:pt x="1596212" y="608814"/>
                  </a:moveTo>
                  <a:lnTo>
                    <a:pt x="0" y="608814"/>
                  </a:lnTo>
                  <a:lnTo>
                    <a:pt x="0" y="0"/>
                  </a:lnTo>
                  <a:lnTo>
                    <a:pt x="1596212" y="0"/>
                  </a:lnTo>
                  <a:lnTo>
                    <a:pt x="1602424" y="1235"/>
                  </a:lnTo>
                  <a:lnTo>
                    <a:pt x="1637222" y="36033"/>
                  </a:lnTo>
                  <a:lnTo>
                    <a:pt x="1638458" y="42246"/>
                  </a:lnTo>
                  <a:lnTo>
                    <a:pt x="1638458" y="566567"/>
                  </a:lnTo>
                  <a:lnTo>
                    <a:pt x="1614358" y="602635"/>
                  </a:lnTo>
                  <a:lnTo>
                    <a:pt x="1596212" y="608814"/>
                  </a:lnTo>
                  <a:close/>
                </a:path>
              </a:pathLst>
            </a:custGeom>
            <a:solidFill>
              <a:srgbClr val="2D8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905183" y="2876887"/>
              <a:ext cx="4096385" cy="608965"/>
            </a:xfrm>
            <a:custGeom>
              <a:avLst/>
              <a:gdLst/>
              <a:ahLst/>
              <a:cxnLst/>
              <a:rect l="l" t="t" r="r" b="b"/>
              <a:pathLst>
                <a:path w="4096384" h="608964">
                  <a:moveTo>
                    <a:pt x="4053899" y="608814"/>
                  </a:moveTo>
                  <a:lnTo>
                    <a:pt x="0" y="608814"/>
                  </a:lnTo>
                  <a:lnTo>
                    <a:pt x="0" y="0"/>
                  </a:lnTo>
                  <a:lnTo>
                    <a:pt x="4053899" y="0"/>
                  </a:lnTo>
                  <a:lnTo>
                    <a:pt x="4060112" y="1235"/>
                  </a:lnTo>
                  <a:lnTo>
                    <a:pt x="4094910" y="36033"/>
                  </a:lnTo>
                  <a:lnTo>
                    <a:pt x="4096146" y="42246"/>
                  </a:lnTo>
                  <a:lnTo>
                    <a:pt x="4096146" y="566567"/>
                  </a:lnTo>
                  <a:lnTo>
                    <a:pt x="4072046" y="602634"/>
                  </a:lnTo>
                  <a:lnTo>
                    <a:pt x="4053899" y="608814"/>
                  </a:lnTo>
                  <a:close/>
                </a:path>
              </a:pathLst>
            </a:custGeom>
            <a:solidFill>
              <a:srgbClr val="6BE4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05183" y="3517744"/>
              <a:ext cx="3823335" cy="608965"/>
            </a:xfrm>
            <a:custGeom>
              <a:avLst/>
              <a:gdLst/>
              <a:ahLst/>
              <a:cxnLst/>
              <a:rect l="l" t="t" r="r" b="b"/>
              <a:pathLst>
                <a:path w="3823334" h="608964">
                  <a:moveTo>
                    <a:pt x="3780823" y="608814"/>
                  </a:moveTo>
                  <a:lnTo>
                    <a:pt x="0" y="608814"/>
                  </a:lnTo>
                  <a:lnTo>
                    <a:pt x="0" y="0"/>
                  </a:lnTo>
                  <a:lnTo>
                    <a:pt x="3780823" y="0"/>
                  </a:lnTo>
                  <a:lnTo>
                    <a:pt x="3787035" y="1235"/>
                  </a:lnTo>
                  <a:lnTo>
                    <a:pt x="3821833" y="36033"/>
                  </a:lnTo>
                  <a:lnTo>
                    <a:pt x="3823070" y="42246"/>
                  </a:lnTo>
                  <a:lnTo>
                    <a:pt x="3823070" y="566567"/>
                  </a:lnTo>
                  <a:lnTo>
                    <a:pt x="3798970" y="602634"/>
                  </a:lnTo>
                  <a:lnTo>
                    <a:pt x="3780823" y="608814"/>
                  </a:lnTo>
                  <a:close/>
                </a:path>
              </a:pathLst>
            </a:custGeom>
            <a:solidFill>
              <a:srgbClr val="40B8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05183" y="4158602"/>
              <a:ext cx="3004185" cy="608965"/>
            </a:xfrm>
            <a:custGeom>
              <a:avLst/>
              <a:gdLst/>
              <a:ahLst/>
              <a:cxnLst/>
              <a:rect l="l" t="t" r="r" b="b"/>
              <a:pathLst>
                <a:path w="3004184" h="608964">
                  <a:moveTo>
                    <a:pt x="2961594" y="608814"/>
                  </a:moveTo>
                  <a:lnTo>
                    <a:pt x="0" y="608814"/>
                  </a:lnTo>
                  <a:lnTo>
                    <a:pt x="0" y="0"/>
                  </a:lnTo>
                  <a:lnTo>
                    <a:pt x="2961594" y="0"/>
                  </a:lnTo>
                  <a:lnTo>
                    <a:pt x="2967806" y="1235"/>
                  </a:lnTo>
                  <a:lnTo>
                    <a:pt x="3002604" y="36033"/>
                  </a:lnTo>
                  <a:lnTo>
                    <a:pt x="3003840" y="42246"/>
                  </a:lnTo>
                  <a:lnTo>
                    <a:pt x="3003840" y="566567"/>
                  </a:lnTo>
                  <a:lnTo>
                    <a:pt x="2979740" y="602634"/>
                  </a:lnTo>
                  <a:lnTo>
                    <a:pt x="2961594" y="608814"/>
                  </a:lnTo>
                  <a:close/>
                </a:path>
              </a:pathLst>
            </a:custGeom>
            <a:solidFill>
              <a:srgbClr val="2D8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05183" y="4977475"/>
              <a:ext cx="6553834" cy="608965"/>
            </a:xfrm>
            <a:custGeom>
              <a:avLst/>
              <a:gdLst/>
              <a:ahLst/>
              <a:cxnLst/>
              <a:rect l="l" t="t" r="r" b="b"/>
              <a:pathLst>
                <a:path w="6553834" h="608964">
                  <a:moveTo>
                    <a:pt x="6511587" y="608814"/>
                  </a:moveTo>
                  <a:lnTo>
                    <a:pt x="0" y="608814"/>
                  </a:lnTo>
                  <a:lnTo>
                    <a:pt x="0" y="0"/>
                  </a:lnTo>
                  <a:lnTo>
                    <a:pt x="6511587" y="0"/>
                  </a:lnTo>
                  <a:lnTo>
                    <a:pt x="6517799" y="1235"/>
                  </a:lnTo>
                  <a:lnTo>
                    <a:pt x="6552597" y="36032"/>
                  </a:lnTo>
                  <a:lnTo>
                    <a:pt x="6553834" y="42245"/>
                  </a:lnTo>
                  <a:lnTo>
                    <a:pt x="6553834" y="566567"/>
                  </a:lnTo>
                  <a:lnTo>
                    <a:pt x="6529734" y="602634"/>
                  </a:lnTo>
                  <a:lnTo>
                    <a:pt x="6511587" y="608814"/>
                  </a:lnTo>
                  <a:close/>
                </a:path>
              </a:pathLst>
            </a:custGeom>
            <a:solidFill>
              <a:srgbClr val="6BE4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905183" y="5618332"/>
              <a:ext cx="4369435" cy="608965"/>
            </a:xfrm>
            <a:custGeom>
              <a:avLst/>
              <a:gdLst/>
              <a:ahLst/>
              <a:cxnLst/>
              <a:rect l="l" t="t" r="r" b="b"/>
              <a:pathLst>
                <a:path w="4369434" h="608964">
                  <a:moveTo>
                    <a:pt x="4326976" y="608814"/>
                  </a:moveTo>
                  <a:lnTo>
                    <a:pt x="0" y="608814"/>
                  </a:lnTo>
                  <a:lnTo>
                    <a:pt x="0" y="0"/>
                  </a:lnTo>
                  <a:lnTo>
                    <a:pt x="4326976" y="0"/>
                  </a:lnTo>
                  <a:lnTo>
                    <a:pt x="4333188" y="1235"/>
                  </a:lnTo>
                  <a:lnTo>
                    <a:pt x="4367986" y="36033"/>
                  </a:lnTo>
                  <a:lnTo>
                    <a:pt x="4369223" y="42246"/>
                  </a:lnTo>
                  <a:lnTo>
                    <a:pt x="4369223" y="566568"/>
                  </a:lnTo>
                  <a:lnTo>
                    <a:pt x="4345122" y="602634"/>
                  </a:lnTo>
                  <a:lnTo>
                    <a:pt x="4326976" y="608814"/>
                  </a:lnTo>
                  <a:close/>
                </a:path>
              </a:pathLst>
            </a:custGeom>
            <a:solidFill>
              <a:srgbClr val="40B8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905183" y="6259189"/>
              <a:ext cx="2731135" cy="608965"/>
            </a:xfrm>
            <a:custGeom>
              <a:avLst/>
              <a:gdLst/>
              <a:ahLst/>
              <a:cxnLst/>
              <a:rect l="l" t="t" r="r" b="b"/>
              <a:pathLst>
                <a:path w="2731134" h="608965">
                  <a:moveTo>
                    <a:pt x="2688517" y="608814"/>
                  </a:moveTo>
                  <a:lnTo>
                    <a:pt x="0" y="608814"/>
                  </a:lnTo>
                  <a:lnTo>
                    <a:pt x="0" y="0"/>
                  </a:lnTo>
                  <a:lnTo>
                    <a:pt x="2688517" y="0"/>
                  </a:lnTo>
                  <a:lnTo>
                    <a:pt x="2694730" y="1235"/>
                  </a:lnTo>
                  <a:lnTo>
                    <a:pt x="2729528" y="36033"/>
                  </a:lnTo>
                  <a:lnTo>
                    <a:pt x="2730764" y="42246"/>
                  </a:lnTo>
                  <a:lnTo>
                    <a:pt x="2730764" y="566567"/>
                  </a:lnTo>
                  <a:lnTo>
                    <a:pt x="2706664" y="602634"/>
                  </a:lnTo>
                  <a:lnTo>
                    <a:pt x="2688517" y="608814"/>
                  </a:lnTo>
                  <a:close/>
                </a:path>
              </a:pathLst>
            </a:custGeom>
            <a:solidFill>
              <a:srgbClr val="2D8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905183" y="7078062"/>
              <a:ext cx="7646670" cy="608965"/>
            </a:xfrm>
            <a:custGeom>
              <a:avLst/>
              <a:gdLst/>
              <a:ahLst/>
              <a:cxnLst/>
              <a:rect l="l" t="t" r="r" b="b"/>
              <a:pathLst>
                <a:path w="7646669" h="608965">
                  <a:moveTo>
                    <a:pt x="7603892" y="608814"/>
                  </a:moveTo>
                  <a:lnTo>
                    <a:pt x="0" y="608814"/>
                  </a:lnTo>
                  <a:lnTo>
                    <a:pt x="0" y="0"/>
                  </a:lnTo>
                  <a:lnTo>
                    <a:pt x="7603892" y="0"/>
                  </a:lnTo>
                  <a:lnTo>
                    <a:pt x="7610105" y="1235"/>
                  </a:lnTo>
                  <a:lnTo>
                    <a:pt x="7644903" y="36032"/>
                  </a:lnTo>
                  <a:lnTo>
                    <a:pt x="7646140" y="42246"/>
                  </a:lnTo>
                  <a:lnTo>
                    <a:pt x="7646140" y="566567"/>
                  </a:lnTo>
                  <a:lnTo>
                    <a:pt x="7622039" y="602633"/>
                  </a:lnTo>
                  <a:lnTo>
                    <a:pt x="7603892" y="608814"/>
                  </a:lnTo>
                  <a:close/>
                </a:path>
              </a:pathLst>
            </a:custGeom>
            <a:solidFill>
              <a:srgbClr val="6BE4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905183" y="7718920"/>
              <a:ext cx="5461635" cy="608965"/>
            </a:xfrm>
            <a:custGeom>
              <a:avLst/>
              <a:gdLst/>
              <a:ahLst/>
              <a:cxnLst/>
              <a:rect l="l" t="t" r="r" b="b"/>
              <a:pathLst>
                <a:path w="5461634" h="608965">
                  <a:moveTo>
                    <a:pt x="5419281" y="608814"/>
                  </a:moveTo>
                  <a:lnTo>
                    <a:pt x="0" y="608814"/>
                  </a:lnTo>
                  <a:lnTo>
                    <a:pt x="0" y="0"/>
                  </a:lnTo>
                  <a:lnTo>
                    <a:pt x="5419281" y="0"/>
                  </a:lnTo>
                  <a:lnTo>
                    <a:pt x="5425493" y="1235"/>
                  </a:lnTo>
                  <a:lnTo>
                    <a:pt x="5460292" y="36033"/>
                  </a:lnTo>
                  <a:lnTo>
                    <a:pt x="5461529" y="42246"/>
                  </a:lnTo>
                  <a:lnTo>
                    <a:pt x="5461529" y="566567"/>
                  </a:lnTo>
                  <a:lnTo>
                    <a:pt x="5437428" y="602633"/>
                  </a:lnTo>
                  <a:lnTo>
                    <a:pt x="5419281" y="608814"/>
                  </a:lnTo>
                  <a:close/>
                </a:path>
              </a:pathLst>
            </a:custGeom>
            <a:solidFill>
              <a:srgbClr val="40B8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905183" y="8359778"/>
              <a:ext cx="3277235" cy="608965"/>
            </a:xfrm>
            <a:custGeom>
              <a:avLst/>
              <a:gdLst/>
              <a:ahLst/>
              <a:cxnLst/>
              <a:rect l="l" t="t" r="r" b="b"/>
              <a:pathLst>
                <a:path w="3277234" h="608965">
                  <a:moveTo>
                    <a:pt x="3234670" y="608814"/>
                  </a:moveTo>
                  <a:lnTo>
                    <a:pt x="0" y="608814"/>
                  </a:lnTo>
                  <a:lnTo>
                    <a:pt x="0" y="0"/>
                  </a:lnTo>
                  <a:lnTo>
                    <a:pt x="3234670" y="0"/>
                  </a:lnTo>
                  <a:lnTo>
                    <a:pt x="3240883" y="1235"/>
                  </a:lnTo>
                  <a:lnTo>
                    <a:pt x="3275680" y="36033"/>
                  </a:lnTo>
                  <a:lnTo>
                    <a:pt x="3276917" y="42246"/>
                  </a:lnTo>
                  <a:lnTo>
                    <a:pt x="3276917" y="566566"/>
                  </a:lnTo>
                  <a:lnTo>
                    <a:pt x="3252817" y="602634"/>
                  </a:lnTo>
                  <a:lnTo>
                    <a:pt x="3234670" y="608814"/>
                  </a:lnTo>
                  <a:close/>
                </a:path>
              </a:pathLst>
            </a:custGeom>
            <a:solidFill>
              <a:srgbClr val="2D8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776172" y="9026690"/>
            <a:ext cx="252729" cy="414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50" spc="110" dirty="0">
                <a:latin typeface="Lucida Sans Unicode"/>
                <a:cs typeface="Lucida Sans Unicode"/>
              </a:rPr>
              <a:t>0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161782" y="9026690"/>
            <a:ext cx="217170" cy="414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50" spc="-60" dirty="0">
                <a:latin typeface="Lucida Sans Unicode"/>
                <a:cs typeface="Lucida Sans Unicode"/>
              </a:rPr>
              <a:t>5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428869" y="9026690"/>
            <a:ext cx="419100" cy="414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50" spc="-45" dirty="0">
                <a:latin typeface="Lucida Sans Unicode"/>
                <a:cs typeface="Lucida Sans Unicode"/>
              </a:rPr>
              <a:t>10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806420" y="9026690"/>
            <a:ext cx="389255" cy="414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50" spc="-155" dirty="0">
                <a:latin typeface="Lucida Sans Unicode"/>
                <a:cs typeface="Lucida Sans Unicode"/>
              </a:rPr>
              <a:t>15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153943" y="9026690"/>
            <a:ext cx="430530" cy="414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50" spc="-25" dirty="0">
                <a:latin typeface="Lucida Sans Unicode"/>
                <a:cs typeface="Lucida Sans Unicode"/>
              </a:rPr>
              <a:t>20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534498" y="9026690"/>
            <a:ext cx="394335" cy="414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50" spc="-135" dirty="0">
                <a:latin typeface="Lucida Sans Unicode"/>
                <a:cs typeface="Lucida Sans Unicode"/>
              </a:rPr>
              <a:t>25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879650" y="9026690"/>
            <a:ext cx="440690" cy="414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50" spc="-25" dirty="0">
                <a:latin typeface="Lucida Sans Unicode"/>
                <a:cs typeface="Lucida Sans Unicode"/>
              </a:rPr>
              <a:t>30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89239" y="1501528"/>
            <a:ext cx="988060" cy="414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50" dirty="0">
                <a:latin typeface="Lucida Sans Unicode"/>
                <a:cs typeface="Lucida Sans Unicode"/>
              </a:rPr>
              <a:t>Item</a:t>
            </a:r>
            <a:r>
              <a:rPr sz="2550" spc="-90" dirty="0">
                <a:latin typeface="Lucida Sans Unicode"/>
                <a:cs typeface="Lucida Sans Unicode"/>
              </a:rPr>
              <a:t> </a:t>
            </a:r>
            <a:r>
              <a:rPr sz="2550" spc="-310" dirty="0">
                <a:latin typeface="Lucida Sans Unicode"/>
                <a:cs typeface="Lucida Sans Unicode"/>
              </a:rPr>
              <a:t>1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699353" y="3602116"/>
            <a:ext cx="993775" cy="414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50" dirty="0">
                <a:latin typeface="Lucida Sans Unicode"/>
                <a:cs typeface="Lucida Sans Unicode"/>
              </a:rPr>
              <a:t>Item</a:t>
            </a:r>
            <a:r>
              <a:rPr sz="2550" spc="-90" dirty="0">
                <a:latin typeface="Lucida Sans Unicode"/>
                <a:cs typeface="Lucida Sans Unicode"/>
              </a:rPr>
              <a:t> </a:t>
            </a:r>
            <a:r>
              <a:rPr sz="2550" spc="-160" dirty="0">
                <a:latin typeface="Lucida Sans Unicode"/>
                <a:cs typeface="Lucida Sans Unicode"/>
              </a:rPr>
              <a:t>2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689239" y="5702703"/>
            <a:ext cx="1003300" cy="414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50" dirty="0">
                <a:latin typeface="Lucida Sans Unicode"/>
                <a:cs typeface="Lucida Sans Unicode"/>
              </a:rPr>
              <a:t>Item</a:t>
            </a:r>
            <a:r>
              <a:rPr sz="2550" spc="-90" dirty="0">
                <a:latin typeface="Lucida Sans Unicode"/>
                <a:cs typeface="Lucida Sans Unicode"/>
              </a:rPr>
              <a:t> </a:t>
            </a:r>
            <a:r>
              <a:rPr sz="2550" spc="-85" dirty="0">
                <a:latin typeface="Lucida Sans Unicode"/>
                <a:cs typeface="Lucida Sans Unicode"/>
              </a:rPr>
              <a:t>3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16000" y="6669527"/>
            <a:ext cx="7664450" cy="1548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210435">
              <a:lnSpc>
                <a:spcPct val="116100"/>
              </a:lnSpc>
              <a:spcBef>
                <a:spcPts val="95"/>
              </a:spcBef>
            </a:pPr>
            <a:r>
              <a:rPr sz="2100" dirty="0">
                <a:latin typeface="Lucida Sans Unicode"/>
                <a:cs typeface="Lucida Sans Unicode"/>
              </a:rPr>
              <a:t>Lorem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ipsum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dolor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sit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65" dirty="0">
                <a:latin typeface="Lucida Sans Unicode"/>
                <a:cs typeface="Lucida Sans Unicode"/>
              </a:rPr>
              <a:t>amet,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consectetur adipiscing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-70" dirty="0">
                <a:latin typeface="Lucida Sans Unicode"/>
                <a:cs typeface="Lucida Sans Unicode"/>
              </a:rPr>
              <a:t>elit,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85" dirty="0">
                <a:latin typeface="Lucida Sans Unicode"/>
                <a:cs typeface="Lucida Sans Unicode"/>
              </a:rPr>
              <a:t>sed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80" dirty="0">
                <a:latin typeface="Lucida Sans Unicode"/>
                <a:cs typeface="Lucida Sans Unicode"/>
              </a:rPr>
              <a:t>do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65" dirty="0">
                <a:latin typeface="Lucida Sans Unicode"/>
                <a:cs typeface="Lucida Sans Unicode"/>
              </a:rPr>
              <a:t>eiusmod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tempor </a:t>
            </a:r>
            <a:r>
              <a:rPr sz="2100" dirty="0">
                <a:latin typeface="Lucida Sans Unicode"/>
                <a:cs typeface="Lucida Sans Unicode"/>
              </a:rPr>
              <a:t>incididunt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ut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60" dirty="0">
                <a:latin typeface="Lucida Sans Unicode"/>
                <a:cs typeface="Lucida Sans Unicode"/>
              </a:rPr>
              <a:t>labore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60" dirty="0">
                <a:latin typeface="Lucida Sans Unicode"/>
                <a:cs typeface="Lucida Sans Unicode"/>
              </a:rPr>
              <a:t>et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dolore</a:t>
            </a:r>
            <a:endParaRPr sz="2100">
              <a:latin typeface="Lucida Sans Unicode"/>
              <a:cs typeface="Lucida Sans Unicode"/>
            </a:endParaRPr>
          </a:p>
          <a:p>
            <a:pPr marL="6665595">
              <a:lnSpc>
                <a:spcPct val="100000"/>
              </a:lnSpc>
              <a:spcBef>
                <a:spcPts val="155"/>
              </a:spcBef>
            </a:pPr>
            <a:r>
              <a:rPr sz="2550" dirty="0">
                <a:latin typeface="Lucida Sans Unicode"/>
                <a:cs typeface="Lucida Sans Unicode"/>
              </a:rPr>
              <a:t>Item</a:t>
            </a:r>
            <a:r>
              <a:rPr sz="2550" spc="-90" dirty="0">
                <a:latin typeface="Lucida Sans Unicode"/>
                <a:cs typeface="Lucida Sans Unicode"/>
              </a:rPr>
              <a:t> </a:t>
            </a:r>
            <a:r>
              <a:rPr sz="2550" spc="-50" dirty="0">
                <a:latin typeface="Lucida Sans Unicode"/>
                <a:cs typeface="Lucida Sans Unicode"/>
              </a:rPr>
              <a:t>4</a:t>
            </a:r>
            <a:endParaRPr sz="25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4012297"/>
            <a:ext cx="5459095" cy="2164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300" b="1" spc="320" dirty="0">
                <a:latin typeface="Trebuchet MS"/>
                <a:cs typeface="Trebuchet MS"/>
              </a:rPr>
              <a:t>DETAILS</a:t>
            </a:r>
            <a:r>
              <a:rPr sz="5300" b="1" spc="-130" dirty="0">
                <a:latin typeface="Trebuchet MS"/>
                <a:cs typeface="Trebuchet MS"/>
              </a:rPr>
              <a:t> </a:t>
            </a:r>
            <a:r>
              <a:rPr sz="5300" b="1" spc="815" dirty="0">
                <a:latin typeface="Trebuchet MS"/>
                <a:cs typeface="Trebuchet MS"/>
              </a:rPr>
              <a:t>2</a:t>
            </a:r>
            <a:endParaRPr sz="5300">
              <a:latin typeface="Trebuchet MS"/>
              <a:cs typeface="Trebuchet MS"/>
            </a:endParaRPr>
          </a:p>
          <a:p>
            <a:pPr marL="12700" marR="5080">
              <a:lnSpc>
                <a:spcPct val="116100"/>
              </a:lnSpc>
              <a:spcBef>
                <a:spcPts val="1689"/>
              </a:spcBef>
            </a:pPr>
            <a:r>
              <a:rPr sz="2100" dirty="0">
                <a:latin typeface="Lucida Sans Unicode"/>
                <a:cs typeface="Lucida Sans Unicode"/>
              </a:rPr>
              <a:t>Lorem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ipsum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dolor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sit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65" dirty="0">
                <a:latin typeface="Lucida Sans Unicode"/>
                <a:cs typeface="Lucida Sans Unicode"/>
              </a:rPr>
              <a:t>amet,</a:t>
            </a:r>
            <a:r>
              <a:rPr sz="2100" spc="-70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consectetur adipiscing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-70" dirty="0">
                <a:latin typeface="Lucida Sans Unicode"/>
                <a:cs typeface="Lucida Sans Unicode"/>
              </a:rPr>
              <a:t>elit,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85" dirty="0">
                <a:latin typeface="Lucida Sans Unicode"/>
                <a:cs typeface="Lucida Sans Unicode"/>
              </a:rPr>
              <a:t>sed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80" dirty="0">
                <a:latin typeface="Lucida Sans Unicode"/>
                <a:cs typeface="Lucida Sans Unicode"/>
              </a:rPr>
              <a:t>do</a:t>
            </a:r>
            <a:r>
              <a:rPr sz="2100" spc="-75" dirty="0">
                <a:latin typeface="Lucida Sans Unicode"/>
                <a:cs typeface="Lucida Sans Unicode"/>
              </a:rPr>
              <a:t> </a:t>
            </a:r>
            <a:r>
              <a:rPr sz="2100" spc="65" dirty="0">
                <a:latin typeface="Lucida Sans Unicode"/>
                <a:cs typeface="Lucida Sans Unicode"/>
              </a:rPr>
              <a:t>eiusmod</a:t>
            </a:r>
            <a:r>
              <a:rPr sz="2100" spc="-80" dirty="0">
                <a:latin typeface="Lucida Sans Unicode"/>
                <a:cs typeface="Lucida Sans Unicode"/>
              </a:rPr>
              <a:t> </a:t>
            </a:r>
            <a:r>
              <a:rPr sz="2100" spc="55" dirty="0">
                <a:latin typeface="Lucida Sans Unicode"/>
                <a:cs typeface="Lucida Sans Unicode"/>
              </a:rPr>
              <a:t>tempor </a:t>
            </a:r>
            <a:r>
              <a:rPr sz="2100" dirty="0">
                <a:latin typeface="Lucida Sans Unicode"/>
                <a:cs typeface="Lucida Sans Unicode"/>
              </a:rPr>
              <a:t>incididunt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ut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60" dirty="0">
                <a:latin typeface="Lucida Sans Unicode"/>
                <a:cs typeface="Lucida Sans Unicode"/>
              </a:rPr>
              <a:t>labore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60" dirty="0">
                <a:latin typeface="Lucida Sans Unicode"/>
                <a:cs typeface="Lucida Sans Unicode"/>
              </a:rPr>
              <a:t>et</a:t>
            </a:r>
            <a:r>
              <a:rPr sz="2100" spc="-2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dolore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601502" y="742949"/>
            <a:ext cx="8439150" cy="0"/>
          </a:xfrm>
          <a:custGeom>
            <a:avLst/>
            <a:gdLst/>
            <a:ahLst/>
            <a:cxnLst/>
            <a:rect l="l" t="t" r="r" b="b"/>
            <a:pathLst>
              <a:path w="8439150">
                <a:moveTo>
                  <a:pt x="0" y="0"/>
                </a:moveTo>
                <a:lnTo>
                  <a:pt x="8438554" y="0"/>
                </a:lnTo>
              </a:path>
            </a:pathLst>
          </a:custGeom>
          <a:ln w="104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8601502" y="1698984"/>
            <a:ext cx="8439150" cy="7493000"/>
            <a:chOff x="8601502" y="1698984"/>
            <a:chExt cx="8439150" cy="7493000"/>
          </a:xfrm>
        </p:grpSpPr>
        <p:sp>
          <p:nvSpPr>
            <p:cNvPr id="5" name="object 5"/>
            <p:cNvSpPr/>
            <p:nvPr/>
          </p:nvSpPr>
          <p:spPr>
            <a:xfrm>
              <a:off x="8601502" y="9181504"/>
              <a:ext cx="8439150" cy="0"/>
            </a:xfrm>
            <a:custGeom>
              <a:avLst/>
              <a:gdLst/>
              <a:ahLst/>
              <a:cxnLst/>
              <a:rect l="l" t="t" r="r" b="b"/>
              <a:pathLst>
                <a:path w="8439150">
                  <a:moveTo>
                    <a:pt x="0" y="0"/>
                  </a:moveTo>
                  <a:lnTo>
                    <a:pt x="8438554" y="0"/>
                  </a:lnTo>
                </a:path>
              </a:pathLst>
            </a:custGeom>
            <a:ln w="104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01502" y="1948457"/>
              <a:ext cx="8439150" cy="6028055"/>
            </a:xfrm>
            <a:custGeom>
              <a:avLst/>
              <a:gdLst/>
              <a:ahLst/>
              <a:cxnLst/>
              <a:rect l="l" t="t" r="r" b="b"/>
              <a:pathLst>
                <a:path w="8439150" h="6028055">
                  <a:moveTo>
                    <a:pt x="0" y="6027539"/>
                  </a:moveTo>
                  <a:lnTo>
                    <a:pt x="8438554" y="6027539"/>
                  </a:lnTo>
                </a:path>
                <a:path w="8439150" h="6028055">
                  <a:moveTo>
                    <a:pt x="0" y="4822031"/>
                  </a:moveTo>
                  <a:lnTo>
                    <a:pt x="8438554" y="4822031"/>
                  </a:lnTo>
                </a:path>
                <a:path w="8439150" h="6028055">
                  <a:moveTo>
                    <a:pt x="0" y="3616523"/>
                  </a:moveTo>
                  <a:lnTo>
                    <a:pt x="8438554" y="3616523"/>
                  </a:lnTo>
                </a:path>
                <a:path w="8439150" h="6028055">
                  <a:moveTo>
                    <a:pt x="0" y="2411015"/>
                  </a:moveTo>
                  <a:lnTo>
                    <a:pt x="8438554" y="2411015"/>
                  </a:lnTo>
                </a:path>
                <a:path w="8439150" h="6028055">
                  <a:moveTo>
                    <a:pt x="0" y="1205507"/>
                  </a:moveTo>
                  <a:lnTo>
                    <a:pt x="8438554" y="1205507"/>
                  </a:lnTo>
                </a:path>
                <a:path w="8439150" h="6028055">
                  <a:moveTo>
                    <a:pt x="0" y="0"/>
                  </a:moveTo>
                  <a:lnTo>
                    <a:pt x="8438554" y="0"/>
                  </a:lnTo>
                </a:path>
              </a:pathLst>
            </a:custGeom>
            <a:ln w="104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445358" y="1707356"/>
              <a:ext cx="6751320" cy="6751320"/>
            </a:xfrm>
            <a:custGeom>
              <a:avLst/>
              <a:gdLst/>
              <a:ahLst/>
              <a:cxnLst/>
              <a:rect l="l" t="t" r="r" b="b"/>
              <a:pathLst>
                <a:path w="6751319" h="6751320">
                  <a:moveTo>
                    <a:pt x="0" y="6750843"/>
                  </a:moveTo>
                  <a:lnTo>
                    <a:pt x="0" y="5665886"/>
                  </a:lnTo>
                  <a:lnTo>
                    <a:pt x="1687710" y="4701480"/>
                  </a:lnTo>
                  <a:lnTo>
                    <a:pt x="3375421" y="2471290"/>
                  </a:lnTo>
                  <a:lnTo>
                    <a:pt x="5063132" y="2350740"/>
                  </a:lnTo>
                  <a:lnTo>
                    <a:pt x="6750843" y="0"/>
                  </a:lnTo>
                  <a:lnTo>
                    <a:pt x="6750843" y="2531566"/>
                  </a:lnTo>
                  <a:lnTo>
                    <a:pt x="5063132" y="4761756"/>
                  </a:lnTo>
                  <a:lnTo>
                    <a:pt x="3375421" y="3978175"/>
                  </a:lnTo>
                  <a:lnTo>
                    <a:pt x="1687710" y="6509742"/>
                  </a:lnTo>
                  <a:lnTo>
                    <a:pt x="0" y="6750843"/>
                  </a:lnTo>
                  <a:close/>
                </a:path>
              </a:pathLst>
            </a:custGeom>
            <a:solidFill>
              <a:srgbClr val="2D8BB9">
                <a:alpha val="6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445358" y="4238922"/>
              <a:ext cx="6751320" cy="4942840"/>
            </a:xfrm>
            <a:custGeom>
              <a:avLst/>
              <a:gdLst/>
              <a:ahLst/>
              <a:cxnLst/>
              <a:rect l="l" t="t" r="r" b="b"/>
              <a:pathLst>
                <a:path w="6751319" h="4942840">
                  <a:moveTo>
                    <a:pt x="0" y="4942581"/>
                  </a:moveTo>
                  <a:lnTo>
                    <a:pt x="0" y="4219277"/>
                  </a:lnTo>
                  <a:lnTo>
                    <a:pt x="1687710" y="3978175"/>
                  </a:lnTo>
                  <a:lnTo>
                    <a:pt x="3375421" y="1446609"/>
                  </a:lnTo>
                  <a:lnTo>
                    <a:pt x="5063132" y="2230189"/>
                  </a:lnTo>
                  <a:lnTo>
                    <a:pt x="6750843" y="0"/>
                  </a:lnTo>
                  <a:lnTo>
                    <a:pt x="6750843" y="3013769"/>
                  </a:lnTo>
                  <a:lnTo>
                    <a:pt x="5063132" y="3134320"/>
                  </a:lnTo>
                  <a:lnTo>
                    <a:pt x="3375421" y="2652117"/>
                  </a:lnTo>
                  <a:lnTo>
                    <a:pt x="1687710" y="4219277"/>
                  </a:lnTo>
                  <a:lnTo>
                    <a:pt x="0" y="4942581"/>
                  </a:lnTo>
                  <a:close/>
                </a:path>
              </a:pathLst>
            </a:custGeom>
            <a:solidFill>
              <a:srgbClr val="40B8D5">
                <a:alpha val="6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445358" y="6891040"/>
              <a:ext cx="6751320" cy="2291080"/>
            </a:xfrm>
            <a:custGeom>
              <a:avLst/>
              <a:gdLst/>
              <a:ahLst/>
              <a:cxnLst/>
              <a:rect l="l" t="t" r="r" b="b"/>
              <a:pathLst>
                <a:path w="6751319" h="2291079">
                  <a:moveTo>
                    <a:pt x="6750843" y="2290464"/>
                  </a:moveTo>
                  <a:lnTo>
                    <a:pt x="0" y="2290464"/>
                  </a:lnTo>
                  <a:lnTo>
                    <a:pt x="1687710" y="1567159"/>
                  </a:lnTo>
                  <a:lnTo>
                    <a:pt x="3375421" y="0"/>
                  </a:lnTo>
                  <a:lnTo>
                    <a:pt x="5063132" y="482203"/>
                  </a:lnTo>
                  <a:lnTo>
                    <a:pt x="6750843" y="361651"/>
                  </a:lnTo>
                  <a:lnTo>
                    <a:pt x="6750843" y="2290464"/>
                  </a:lnTo>
                  <a:close/>
                </a:path>
              </a:pathLst>
            </a:custGeom>
            <a:solidFill>
              <a:srgbClr val="6BE4E7">
                <a:alpha val="6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445358" y="1714611"/>
              <a:ext cx="6746240" cy="5659120"/>
            </a:xfrm>
            <a:custGeom>
              <a:avLst/>
              <a:gdLst/>
              <a:ahLst/>
              <a:cxnLst/>
              <a:rect l="l" t="t" r="r" b="b"/>
              <a:pathLst>
                <a:path w="6746240" h="5659120">
                  <a:moveTo>
                    <a:pt x="0" y="5658631"/>
                  </a:moveTo>
                  <a:lnTo>
                    <a:pt x="1687711" y="4694225"/>
                  </a:lnTo>
                  <a:lnTo>
                    <a:pt x="3375422" y="2464035"/>
                  </a:lnTo>
                  <a:lnTo>
                    <a:pt x="5063133" y="2343485"/>
                  </a:lnTo>
                  <a:lnTo>
                    <a:pt x="6745635" y="0"/>
                  </a:lnTo>
                </a:path>
              </a:pathLst>
            </a:custGeom>
            <a:ln w="31253">
              <a:solidFill>
                <a:srgbClr val="2D8B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445358" y="4245805"/>
              <a:ext cx="6746240" cy="4212590"/>
            </a:xfrm>
            <a:custGeom>
              <a:avLst/>
              <a:gdLst/>
              <a:ahLst/>
              <a:cxnLst/>
              <a:rect l="l" t="t" r="r" b="b"/>
              <a:pathLst>
                <a:path w="6746240" h="4212590">
                  <a:moveTo>
                    <a:pt x="0" y="4212393"/>
                  </a:moveTo>
                  <a:lnTo>
                    <a:pt x="1687711" y="3971292"/>
                  </a:lnTo>
                  <a:lnTo>
                    <a:pt x="3375422" y="1439725"/>
                  </a:lnTo>
                  <a:lnTo>
                    <a:pt x="5063133" y="2223306"/>
                  </a:lnTo>
                  <a:lnTo>
                    <a:pt x="6745635" y="0"/>
                  </a:lnTo>
                </a:path>
              </a:pathLst>
            </a:custGeom>
            <a:ln w="31253">
              <a:solidFill>
                <a:srgbClr val="40B8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457512" y="6891040"/>
              <a:ext cx="6733540" cy="2285365"/>
            </a:xfrm>
            <a:custGeom>
              <a:avLst/>
              <a:gdLst/>
              <a:ahLst/>
              <a:cxnLst/>
              <a:rect l="l" t="t" r="r" b="b"/>
              <a:pathLst>
                <a:path w="6733540" h="2285365">
                  <a:moveTo>
                    <a:pt x="0" y="2285255"/>
                  </a:moveTo>
                  <a:lnTo>
                    <a:pt x="1675556" y="1567159"/>
                  </a:lnTo>
                  <a:lnTo>
                    <a:pt x="3363267" y="0"/>
                  </a:lnTo>
                  <a:lnTo>
                    <a:pt x="5050978" y="482203"/>
                  </a:lnTo>
                  <a:lnTo>
                    <a:pt x="6733480" y="362023"/>
                  </a:lnTo>
                </a:path>
              </a:pathLst>
            </a:custGeom>
            <a:ln w="31253">
              <a:solidFill>
                <a:srgbClr val="6BE4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921526" y="9241730"/>
            <a:ext cx="1017269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dirty="0">
                <a:latin typeface="Lucida Sans Unicode"/>
                <a:cs typeface="Lucida Sans Unicode"/>
              </a:rPr>
              <a:t>Item</a:t>
            </a:r>
            <a:r>
              <a:rPr sz="2600" spc="-25" dirty="0">
                <a:latin typeface="Lucida Sans Unicode"/>
                <a:cs typeface="Lucida Sans Unicode"/>
              </a:rPr>
              <a:t> </a:t>
            </a:r>
            <a:r>
              <a:rPr sz="2600" spc="-315" dirty="0">
                <a:latin typeface="Lucida Sans Unicode"/>
                <a:cs typeface="Lucida Sans Unicode"/>
              </a:rPr>
              <a:t>1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614445" y="9241730"/>
            <a:ext cx="1022350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dirty="0">
                <a:latin typeface="Lucida Sans Unicode"/>
                <a:cs typeface="Lucida Sans Unicode"/>
              </a:rPr>
              <a:t>Item</a:t>
            </a:r>
            <a:r>
              <a:rPr sz="2600" spc="-25" dirty="0">
                <a:latin typeface="Lucida Sans Unicode"/>
                <a:cs typeface="Lucida Sans Unicode"/>
              </a:rPr>
              <a:t> </a:t>
            </a:r>
            <a:r>
              <a:rPr sz="2600" spc="-160" dirty="0">
                <a:latin typeface="Lucida Sans Unicode"/>
                <a:cs typeface="Lucida Sans Unicode"/>
              </a:rPr>
              <a:t>2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296947" y="9241730"/>
            <a:ext cx="1033144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dirty="0">
                <a:latin typeface="Lucida Sans Unicode"/>
                <a:cs typeface="Lucida Sans Unicode"/>
              </a:rPr>
              <a:t>Item</a:t>
            </a:r>
            <a:r>
              <a:rPr sz="2600" spc="-25" dirty="0">
                <a:latin typeface="Lucida Sans Unicode"/>
                <a:cs typeface="Lucida Sans Unicode"/>
              </a:rPr>
              <a:t> </a:t>
            </a:r>
            <a:r>
              <a:rPr sz="2600" spc="-75" dirty="0">
                <a:latin typeface="Lucida Sans Unicode"/>
                <a:cs typeface="Lucida Sans Unicode"/>
              </a:rPr>
              <a:t>3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974322" y="9241730"/>
            <a:ext cx="1041400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dirty="0">
                <a:latin typeface="Lucida Sans Unicode"/>
                <a:cs typeface="Lucida Sans Unicode"/>
              </a:rPr>
              <a:t>Item</a:t>
            </a:r>
            <a:r>
              <a:rPr sz="2600" spc="-25" dirty="0">
                <a:latin typeface="Lucida Sans Unicode"/>
                <a:cs typeface="Lucida Sans Unicode"/>
              </a:rPr>
              <a:t> </a:t>
            </a:r>
            <a:r>
              <a:rPr sz="2600" spc="-50" dirty="0">
                <a:latin typeface="Lucida Sans Unicode"/>
                <a:cs typeface="Lucida Sans Unicode"/>
              </a:rPr>
              <a:t>4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667161" y="9241730"/>
            <a:ext cx="1036319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dirty="0">
                <a:latin typeface="Lucida Sans Unicode"/>
                <a:cs typeface="Lucida Sans Unicode"/>
              </a:rPr>
              <a:t>Item</a:t>
            </a:r>
            <a:r>
              <a:rPr sz="2600" spc="-25" dirty="0">
                <a:latin typeface="Lucida Sans Unicode"/>
                <a:cs typeface="Lucida Sans Unicode"/>
              </a:rPr>
              <a:t> </a:t>
            </a:r>
            <a:r>
              <a:rPr sz="2600" spc="-50" dirty="0">
                <a:latin typeface="Lucida Sans Unicode"/>
                <a:cs typeface="Lucida Sans Unicode"/>
              </a:rPr>
              <a:t>5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20017" y="6544220"/>
            <a:ext cx="461645" cy="283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25"/>
              </a:spcBef>
            </a:pPr>
            <a:r>
              <a:rPr sz="2600" spc="-25" dirty="0">
                <a:latin typeface="Lucida Sans Unicode"/>
                <a:cs typeface="Lucida Sans Unicode"/>
              </a:rPr>
              <a:t>40</a:t>
            </a:r>
            <a:endParaRPr sz="2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375"/>
              </a:spcBef>
            </a:pPr>
            <a:endParaRPr sz="2600">
              <a:latin typeface="Lucida Sans Unicode"/>
              <a:cs typeface="Lucida Sans Unicode"/>
            </a:endParaRPr>
          </a:p>
          <a:p>
            <a:pPr marR="5080" algn="r">
              <a:lnSpc>
                <a:spcPct val="100000"/>
              </a:lnSpc>
            </a:pPr>
            <a:r>
              <a:rPr sz="2600" spc="-25" dirty="0">
                <a:latin typeface="Lucida Sans Unicode"/>
                <a:cs typeface="Lucida Sans Unicode"/>
              </a:rPr>
              <a:t>20</a:t>
            </a:r>
            <a:endParaRPr sz="2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375"/>
              </a:spcBef>
            </a:pPr>
            <a:endParaRPr sz="2600">
              <a:latin typeface="Lucida Sans Unicode"/>
              <a:cs typeface="Lucida Sans Unicode"/>
            </a:endParaRPr>
          </a:p>
          <a:p>
            <a:pPr marR="5080" algn="r">
              <a:lnSpc>
                <a:spcPct val="100000"/>
              </a:lnSpc>
            </a:pPr>
            <a:r>
              <a:rPr sz="2600" spc="130" dirty="0">
                <a:latin typeface="Lucida Sans Unicode"/>
                <a:cs typeface="Lucida Sans Unicode"/>
              </a:rPr>
              <a:t>0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07321" y="5338712"/>
            <a:ext cx="474345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spc="90" dirty="0">
                <a:latin typeface="Lucida Sans Unicode"/>
                <a:cs typeface="Lucida Sans Unicode"/>
              </a:rPr>
              <a:t>60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20343" y="4133205"/>
            <a:ext cx="461009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spc="-25" dirty="0">
                <a:latin typeface="Lucida Sans Unicode"/>
                <a:cs typeface="Lucida Sans Unicode"/>
              </a:rPr>
              <a:t>80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16297" y="516681"/>
            <a:ext cx="665480" cy="283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25"/>
              </a:spcBef>
            </a:pPr>
            <a:r>
              <a:rPr sz="2600" spc="-30" dirty="0">
                <a:latin typeface="Lucida Sans Unicode"/>
                <a:cs typeface="Lucida Sans Unicode"/>
              </a:rPr>
              <a:t>140</a:t>
            </a:r>
            <a:endParaRPr sz="2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375"/>
              </a:spcBef>
            </a:pPr>
            <a:endParaRPr sz="2600">
              <a:latin typeface="Lucida Sans Unicode"/>
              <a:cs typeface="Lucida Sans Unicode"/>
            </a:endParaRPr>
          </a:p>
          <a:p>
            <a:pPr marL="57150">
              <a:lnSpc>
                <a:spcPct val="100000"/>
              </a:lnSpc>
            </a:pPr>
            <a:r>
              <a:rPr sz="2600" spc="-80" dirty="0">
                <a:latin typeface="Lucida Sans Unicode"/>
                <a:cs typeface="Lucida Sans Unicode"/>
              </a:rPr>
              <a:t>120</a:t>
            </a:r>
            <a:endParaRPr sz="2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375"/>
              </a:spcBef>
            </a:pPr>
            <a:endParaRPr sz="2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600" spc="-25" dirty="0">
                <a:latin typeface="Lucida Sans Unicode"/>
                <a:cs typeface="Lucida Sans Unicode"/>
              </a:rPr>
              <a:t>100</a:t>
            </a:r>
            <a:endParaRPr sz="2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03555" y="1082545"/>
            <a:ext cx="4081145" cy="159829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941705">
              <a:lnSpc>
                <a:spcPct val="100000"/>
              </a:lnSpc>
              <a:spcBef>
                <a:spcPts val="610"/>
              </a:spcBef>
            </a:pPr>
            <a:r>
              <a:rPr dirty="0"/>
              <a:t>OUR</a:t>
            </a:r>
            <a:r>
              <a:rPr spc="-125" dirty="0"/>
              <a:t> </a:t>
            </a:r>
            <a:r>
              <a:rPr spc="55" dirty="0"/>
              <a:t>NEW</a:t>
            </a: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5650" b="1" spc="630" dirty="0">
                <a:solidFill>
                  <a:srgbClr val="000000"/>
                </a:solidFill>
                <a:latin typeface="Trebuchet MS"/>
                <a:cs typeface="Trebuchet MS"/>
              </a:rPr>
              <a:t>PLANNING</a:t>
            </a:r>
            <a:endParaRPr sz="56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61527" y="2667712"/>
            <a:ext cx="7786370" cy="807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9535" marR="5080" indent="-77470">
              <a:lnSpc>
                <a:spcPct val="116500"/>
              </a:lnSpc>
              <a:spcBef>
                <a:spcPts val="95"/>
              </a:spcBef>
            </a:pPr>
            <a:r>
              <a:rPr sz="2200" dirty="0">
                <a:solidFill>
                  <a:srgbClr val="2F3641"/>
                </a:solidFill>
                <a:latin typeface="Lucida Sans Unicode"/>
                <a:cs typeface="Lucida Sans Unicode"/>
              </a:rPr>
              <a:t>Lorem</a:t>
            </a:r>
            <a:r>
              <a:rPr sz="2200" spc="-8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55" dirty="0">
                <a:solidFill>
                  <a:srgbClr val="2F3641"/>
                </a:solidFill>
                <a:latin typeface="Lucida Sans Unicode"/>
                <a:cs typeface="Lucida Sans Unicode"/>
              </a:rPr>
              <a:t>ipsum</a:t>
            </a:r>
            <a:r>
              <a:rPr sz="2200" spc="-8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2F3641"/>
                </a:solidFill>
                <a:latin typeface="Lucida Sans Unicode"/>
                <a:cs typeface="Lucida Sans Unicode"/>
              </a:rPr>
              <a:t>dolor</a:t>
            </a:r>
            <a:r>
              <a:rPr sz="2200" spc="-7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-20" dirty="0">
                <a:solidFill>
                  <a:srgbClr val="2F3641"/>
                </a:solidFill>
                <a:latin typeface="Lucida Sans Unicode"/>
                <a:cs typeface="Lucida Sans Unicode"/>
              </a:rPr>
              <a:t>sit</a:t>
            </a:r>
            <a:r>
              <a:rPr sz="2200" spc="-7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65" dirty="0">
                <a:solidFill>
                  <a:srgbClr val="2F3641"/>
                </a:solidFill>
                <a:latin typeface="Lucida Sans Unicode"/>
                <a:cs typeface="Lucida Sans Unicode"/>
              </a:rPr>
              <a:t>amet,</a:t>
            </a:r>
            <a:r>
              <a:rPr sz="2200" spc="-7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65" dirty="0">
                <a:solidFill>
                  <a:srgbClr val="2F3641"/>
                </a:solidFill>
                <a:latin typeface="Lucida Sans Unicode"/>
                <a:cs typeface="Lucida Sans Unicode"/>
              </a:rPr>
              <a:t>consectetur</a:t>
            </a:r>
            <a:r>
              <a:rPr sz="2200" spc="-7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55" dirty="0">
                <a:solidFill>
                  <a:srgbClr val="2F3641"/>
                </a:solidFill>
                <a:latin typeface="Lucida Sans Unicode"/>
                <a:cs typeface="Lucida Sans Unicode"/>
              </a:rPr>
              <a:t>adipiscing</a:t>
            </a:r>
            <a:r>
              <a:rPr sz="2200" spc="-7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2F3641"/>
                </a:solidFill>
                <a:latin typeface="Lucida Sans Unicode"/>
                <a:cs typeface="Lucida Sans Unicode"/>
              </a:rPr>
              <a:t>elit, </a:t>
            </a:r>
            <a:r>
              <a:rPr sz="2200" spc="90" dirty="0">
                <a:solidFill>
                  <a:srgbClr val="2F3641"/>
                </a:solidFill>
                <a:latin typeface="Lucida Sans Unicode"/>
                <a:cs typeface="Lucida Sans Unicode"/>
              </a:rPr>
              <a:t>sed</a:t>
            </a:r>
            <a:r>
              <a:rPr sz="2200" spc="-7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85" dirty="0">
                <a:solidFill>
                  <a:srgbClr val="2F3641"/>
                </a:solidFill>
                <a:latin typeface="Lucida Sans Unicode"/>
                <a:cs typeface="Lucida Sans Unicode"/>
              </a:rPr>
              <a:t>do</a:t>
            </a:r>
            <a:r>
              <a:rPr sz="2200" spc="-6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70" dirty="0">
                <a:solidFill>
                  <a:srgbClr val="2F3641"/>
                </a:solidFill>
                <a:latin typeface="Lucida Sans Unicode"/>
                <a:cs typeface="Lucida Sans Unicode"/>
              </a:rPr>
              <a:t>eiusmod</a:t>
            </a:r>
            <a:r>
              <a:rPr sz="2200" spc="-7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70" dirty="0">
                <a:solidFill>
                  <a:srgbClr val="2F3641"/>
                </a:solidFill>
                <a:latin typeface="Lucida Sans Unicode"/>
                <a:cs typeface="Lucida Sans Unicode"/>
              </a:rPr>
              <a:t>tempor</a:t>
            </a:r>
            <a:r>
              <a:rPr sz="2200" spc="-6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2F3641"/>
                </a:solidFill>
                <a:latin typeface="Lucida Sans Unicode"/>
                <a:cs typeface="Lucida Sans Unicode"/>
              </a:rPr>
              <a:t>incididunt</a:t>
            </a:r>
            <a:r>
              <a:rPr sz="2200" spc="-6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2F3641"/>
                </a:solidFill>
                <a:latin typeface="Lucida Sans Unicode"/>
                <a:cs typeface="Lucida Sans Unicode"/>
              </a:rPr>
              <a:t>ut</a:t>
            </a:r>
            <a:r>
              <a:rPr sz="2200" spc="-7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65" dirty="0">
                <a:solidFill>
                  <a:srgbClr val="2F3641"/>
                </a:solidFill>
                <a:latin typeface="Lucida Sans Unicode"/>
                <a:cs typeface="Lucida Sans Unicode"/>
              </a:rPr>
              <a:t>labore</a:t>
            </a:r>
            <a:r>
              <a:rPr sz="2200" spc="-6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55" dirty="0">
                <a:solidFill>
                  <a:srgbClr val="2F3641"/>
                </a:solidFill>
                <a:latin typeface="Lucida Sans Unicode"/>
                <a:cs typeface="Lucida Sans Unicode"/>
              </a:rPr>
              <a:t>et</a:t>
            </a:r>
            <a:r>
              <a:rPr sz="2200" spc="-7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2F3641"/>
                </a:solidFill>
                <a:latin typeface="Lucida Sans Unicode"/>
                <a:cs typeface="Lucida Sans Unicode"/>
              </a:rPr>
              <a:t>dolore</a:t>
            </a:r>
            <a:endParaRPr sz="220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53425" y="4470139"/>
            <a:ext cx="2190750" cy="2190750"/>
            <a:chOff x="1853425" y="4470139"/>
            <a:chExt cx="2190750" cy="2190750"/>
          </a:xfrm>
        </p:grpSpPr>
        <p:sp>
          <p:nvSpPr>
            <p:cNvPr id="6" name="object 6"/>
            <p:cNvSpPr/>
            <p:nvPr/>
          </p:nvSpPr>
          <p:spPr>
            <a:xfrm>
              <a:off x="1853425" y="4470139"/>
              <a:ext cx="2190750" cy="2190750"/>
            </a:xfrm>
            <a:custGeom>
              <a:avLst/>
              <a:gdLst/>
              <a:ahLst/>
              <a:cxnLst/>
              <a:rect l="l" t="t" r="r" b="b"/>
              <a:pathLst>
                <a:path w="2190750" h="2190750">
                  <a:moveTo>
                    <a:pt x="1095375" y="2190750"/>
                  </a:moveTo>
                  <a:lnTo>
                    <a:pt x="1046582" y="2189683"/>
                  </a:lnTo>
                  <a:lnTo>
                    <a:pt x="998337" y="2186510"/>
                  </a:lnTo>
                  <a:lnTo>
                    <a:pt x="950682" y="2181278"/>
                  </a:lnTo>
                  <a:lnTo>
                    <a:pt x="903663" y="2174030"/>
                  </a:lnTo>
                  <a:lnTo>
                    <a:pt x="857324" y="2164810"/>
                  </a:lnTo>
                  <a:lnTo>
                    <a:pt x="811709" y="2153664"/>
                  </a:lnTo>
                  <a:lnTo>
                    <a:pt x="766864" y="2140635"/>
                  </a:lnTo>
                  <a:lnTo>
                    <a:pt x="722833" y="2125769"/>
                  </a:lnTo>
                  <a:lnTo>
                    <a:pt x="679659" y="2109110"/>
                  </a:lnTo>
                  <a:lnTo>
                    <a:pt x="637389" y="2090701"/>
                  </a:lnTo>
                  <a:lnTo>
                    <a:pt x="596065" y="2070589"/>
                  </a:lnTo>
                  <a:lnTo>
                    <a:pt x="555734" y="2048817"/>
                  </a:lnTo>
                  <a:lnTo>
                    <a:pt x="516438" y="2025430"/>
                  </a:lnTo>
                  <a:lnTo>
                    <a:pt x="478224" y="2000473"/>
                  </a:lnTo>
                  <a:lnTo>
                    <a:pt x="441135" y="1973989"/>
                  </a:lnTo>
                  <a:lnTo>
                    <a:pt x="405215" y="1946024"/>
                  </a:lnTo>
                  <a:lnTo>
                    <a:pt x="370510" y="1916622"/>
                  </a:lnTo>
                  <a:lnTo>
                    <a:pt x="337064" y="1885827"/>
                  </a:lnTo>
                  <a:lnTo>
                    <a:pt x="304922" y="1853685"/>
                  </a:lnTo>
                  <a:lnTo>
                    <a:pt x="274127" y="1820239"/>
                  </a:lnTo>
                  <a:lnTo>
                    <a:pt x="244725" y="1785534"/>
                  </a:lnTo>
                  <a:lnTo>
                    <a:pt x="216760" y="1749615"/>
                  </a:lnTo>
                  <a:lnTo>
                    <a:pt x="190276" y="1712525"/>
                  </a:lnTo>
                  <a:lnTo>
                    <a:pt x="165319" y="1674311"/>
                  </a:lnTo>
                  <a:lnTo>
                    <a:pt x="141932" y="1635016"/>
                  </a:lnTo>
                  <a:lnTo>
                    <a:pt x="120160" y="1594684"/>
                  </a:lnTo>
                  <a:lnTo>
                    <a:pt x="100048" y="1553361"/>
                  </a:lnTo>
                  <a:lnTo>
                    <a:pt x="81640" y="1511090"/>
                  </a:lnTo>
                  <a:lnTo>
                    <a:pt x="64980" y="1467917"/>
                  </a:lnTo>
                  <a:lnTo>
                    <a:pt x="50114" y="1423885"/>
                  </a:lnTo>
                  <a:lnTo>
                    <a:pt x="37085" y="1379040"/>
                  </a:lnTo>
                  <a:lnTo>
                    <a:pt x="25939" y="1333426"/>
                  </a:lnTo>
                  <a:lnTo>
                    <a:pt x="16720" y="1287087"/>
                  </a:lnTo>
                  <a:lnTo>
                    <a:pt x="9471" y="1240067"/>
                  </a:lnTo>
                  <a:lnTo>
                    <a:pt x="4248" y="1192495"/>
                  </a:lnTo>
                  <a:lnTo>
                    <a:pt x="1084" y="1144424"/>
                  </a:lnTo>
                  <a:lnTo>
                    <a:pt x="0" y="1095375"/>
                  </a:lnTo>
                  <a:lnTo>
                    <a:pt x="1078" y="1046582"/>
                  </a:lnTo>
                  <a:lnTo>
                    <a:pt x="4239" y="998337"/>
                  </a:lnTo>
                  <a:lnTo>
                    <a:pt x="9405" y="951290"/>
                  </a:lnTo>
                  <a:lnTo>
                    <a:pt x="9471" y="950682"/>
                  </a:lnTo>
                  <a:lnTo>
                    <a:pt x="16720" y="903663"/>
                  </a:lnTo>
                  <a:lnTo>
                    <a:pt x="25939" y="857324"/>
                  </a:lnTo>
                  <a:lnTo>
                    <a:pt x="37085" y="811709"/>
                  </a:lnTo>
                  <a:lnTo>
                    <a:pt x="50114" y="766864"/>
                  </a:lnTo>
                  <a:lnTo>
                    <a:pt x="64980" y="722833"/>
                  </a:lnTo>
                  <a:lnTo>
                    <a:pt x="81640" y="679659"/>
                  </a:lnTo>
                  <a:lnTo>
                    <a:pt x="100048" y="637389"/>
                  </a:lnTo>
                  <a:lnTo>
                    <a:pt x="120160" y="596065"/>
                  </a:lnTo>
                  <a:lnTo>
                    <a:pt x="141932" y="555734"/>
                  </a:lnTo>
                  <a:lnTo>
                    <a:pt x="165319" y="516438"/>
                  </a:lnTo>
                  <a:lnTo>
                    <a:pt x="190276" y="478224"/>
                  </a:lnTo>
                  <a:lnTo>
                    <a:pt x="216760" y="441135"/>
                  </a:lnTo>
                  <a:lnTo>
                    <a:pt x="244725" y="405215"/>
                  </a:lnTo>
                  <a:lnTo>
                    <a:pt x="274127" y="370510"/>
                  </a:lnTo>
                  <a:lnTo>
                    <a:pt x="304922" y="337064"/>
                  </a:lnTo>
                  <a:lnTo>
                    <a:pt x="337064" y="304922"/>
                  </a:lnTo>
                  <a:lnTo>
                    <a:pt x="370510" y="274127"/>
                  </a:lnTo>
                  <a:lnTo>
                    <a:pt x="405215" y="244725"/>
                  </a:lnTo>
                  <a:lnTo>
                    <a:pt x="441135" y="216760"/>
                  </a:lnTo>
                  <a:lnTo>
                    <a:pt x="478224" y="190276"/>
                  </a:lnTo>
                  <a:lnTo>
                    <a:pt x="516438" y="165319"/>
                  </a:lnTo>
                  <a:lnTo>
                    <a:pt x="555734" y="141932"/>
                  </a:lnTo>
                  <a:lnTo>
                    <a:pt x="596065" y="120160"/>
                  </a:lnTo>
                  <a:lnTo>
                    <a:pt x="637389" y="100048"/>
                  </a:lnTo>
                  <a:lnTo>
                    <a:pt x="679659" y="81640"/>
                  </a:lnTo>
                  <a:lnTo>
                    <a:pt x="722833" y="64980"/>
                  </a:lnTo>
                  <a:lnTo>
                    <a:pt x="766864" y="50114"/>
                  </a:lnTo>
                  <a:lnTo>
                    <a:pt x="811709" y="37085"/>
                  </a:lnTo>
                  <a:lnTo>
                    <a:pt x="857324" y="25939"/>
                  </a:lnTo>
                  <a:lnTo>
                    <a:pt x="903663" y="16720"/>
                  </a:lnTo>
                  <a:lnTo>
                    <a:pt x="950682" y="9471"/>
                  </a:lnTo>
                  <a:lnTo>
                    <a:pt x="998337" y="4239"/>
                  </a:lnTo>
                  <a:lnTo>
                    <a:pt x="1046582" y="1067"/>
                  </a:lnTo>
                  <a:lnTo>
                    <a:pt x="1095375" y="0"/>
                  </a:lnTo>
                  <a:lnTo>
                    <a:pt x="1095375" y="438150"/>
                  </a:lnTo>
                  <a:lnTo>
                    <a:pt x="1046325" y="439952"/>
                  </a:lnTo>
                  <a:lnTo>
                    <a:pt x="998255" y="445276"/>
                  </a:lnTo>
                  <a:lnTo>
                    <a:pt x="951290" y="453992"/>
                  </a:lnTo>
                  <a:lnTo>
                    <a:pt x="905559" y="465976"/>
                  </a:lnTo>
                  <a:lnTo>
                    <a:pt x="861189" y="481099"/>
                  </a:lnTo>
                  <a:lnTo>
                    <a:pt x="818305" y="499234"/>
                  </a:lnTo>
                  <a:lnTo>
                    <a:pt x="777036" y="520254"/>
                  </a:lnTo>
                  <a:lnTo>
                    <a:pt x="737509" y="544033"/>
                  </a:lnTo>
                  <a:lnTo>
                    <a:pt x="699850" y="570442"/>
                  </a:lnTo>
                  <a:lnTo>
                    <a:pt x="664187" y="599356"/>
                  </a:lnTo>
                  <a:lnTo>
                    <a:pt x="630646" y="630646"/>
                  </a:lnTo>
                  <a:lnTo>
                    <a:pt x="599356" y="664187"/>
                  </a:lnTo>
                  <a:lnTo>
                    <a:pt x="570442" y="699850"/>
                  </a:lnTo>
                  <a:lnTo>
                    <a:pt x="544033" y="737509"/>
                  </a:lnTo>
                  <a:lnTo>
                    <a:pt x="520254" y="777036"/>
                  </a:lnTo>
                  <a:lnTo>
                    <a:pt x="499234" y="818305"/>
                  </a:lnTo>
                  <a:lnTo>
                    <a:pt x="481099" y="861189"/>
                  </a:lnTo>
                  <a:lnTo>
                    <a:pt x="465976" y="905559"/>
                  </a:lnTo>
                  <a:lnTo>
                    <a:pt x="453992" y="951290"/>
                  </a:lnTo>
                  <a:lnTo>
                    <a:pt x="445267" y="998337"/>
                  </a:lnTo>
                  <a:lnTo>
                    <a:pt x="439952" y="1046325"/>
                  </a:lnTo>
                  <a:lnTo>
                    <a:pt x="438150" y="1095375"/>
                  </a:lnTo>
                  <a:lnTo>
                    <a:pt x="439943" y="1144167"/>
                  </a:lnTo>
                  <a:lnTo>
                    <a:pt x="439952" y="1144424"/>
                  </a:lnTo>
                  <a:lnTo>
                    <a:pt x="445276" y="1192495"/>
                  </a:lnTo>
                  <a:lnTo>
                    <a:pt x="453992" y="1239459"/>
                  </a:lnTo>
                  <a:lnTo>
                    <a:pt x="465976" y="1285190"/>
                  </a:lnTo>
                  <a:lnTo>
                    <a:pt x="481099" y="1329561"/>
                  </a:lnTo>
                  <a:lnTo>
                    <a:pt x="499234" y="1372444"/>
                  </a:lnTo>
                  <a:lnTo>
                    <a:pt x="520254" y="1413713"/>
                  </a:lnTo>
                  <a:lnTo>
                    <a:pt x="544033" y="1453241"/>
                  </a:lnTo>
                  <a:lnTo>
                    <a:pt x="570442" y="1490899"/>
                  </a:lnTo>
                  <a:lnTo>
                    <a:pt x="599356" y="1526563"/>
                  </a:lnTo>
                  <a:lnTo>
                    <a:pt x="630646" y="1560103"/>
                  </a:lnTo>
                  <a:lnTo>
                    <a:pt x="664187" y="1591393"/>
                  </a:lnTo>
                  <a:lnTo>
                    <a:pt x="699850" y="1620307"/>
                  </a:lnTo>
                  <a:lnTo>
                    <a:pt x="737509" y="1646717"/>
                  </a:lnTo>
                  <a:lnTo>
                    <a:pt x="777036" y="1670495"/>
                  </a:lnTo>
                  <a:lnTo>
                    <a:pt x="818305" y="1691516"/>
                  </a:lnTo>
                  <a:lnTo>
                    <a:pt x="861189" y="1709651"/>
                  </a:lnTo>
                  <a:lnTo>
                    <a:pt x="905559" y="1724773"/>
                  </a:lnTo>
                  <a:lnTo>
                    <a:pt x="951290" y="1736757"/>
                  </a:lnTo>
                  <a:lnTo>
                    <a:pt x="998255" y="1745474"/>
                  </a:lnTo>
                  <a:lnTo>
                    <a:pt x="1046325" y="1750797"/>
                  </a:lnTo>
                  <a:lnTo>
                    <a:pt x="1095375" y="1752600"/>
                  </a:lnTo>
                  <a:lnTo>
                    <a:pt x="1971665" y="1752600"/>
                  </a:lnTo>
                  <a:lnTo>
                    <a:pt x="1946024" y="1785534"/>
                  </a:lnTo>
                  <a:lnTo>
                    <a:pt x="1916622" y="1820239"/>
                  </a:lnTo>
                  <a:lnTo>
                    <a:pt x="1885827" y="1853685"/>
                  </a:lnTo>
                  <a:lnTo>
                    <a:pt x="1853685" y="1885827"/>
                  </a:lnTo>
                  <a:lnTo>
                    <a:pt x="1820239" y="1916622"/>
                  </a:lnTo>
                  <a:lnTo>
                    <a:pt x="1785534" y="1946024"/>
                  </a:lnTo>
                  <a:lnTo>
                    <a:pt x="1749615" y="1973989"/>
                  </a:lnTo>
                  <a:lnTo>
                    <a:pt x="1712525" y="2000473"/>
                  </a:lnTo>
                  <a:lnTo>
                    <a:pt x="1674311" y="2025430"/>
                  </a:lnTo>
                  <a:lnTo>
                    <a:pt x="1635016" y="2048817"/>
                  </a:lnTo>
                  <a:lnTo>
                    <a:pt x="1594684" y="2070589"/>
                  </a:lnTo>
                  <a:lnTo>
                    <a:pt x="1553361" y="2090701"/>
                  </a:lnTo>
                  <a:lnTo>
                    <a:pt x="1511090" y="2109110"/>
                  </a:lnTo>
                  <a:lnTo>
                    <a:pt x="1467917" y="2125769"/>
                  </a:lnTo>
                  <a:lnTo>
                    <a:pt x="1423885" y="2140635"/>
                  </a:lnTo>
                  <a:lnTo>
                    <a:pt x="1379040" y="2153664"/>
                  </a:lnTo>
                  <a:lnTo>
                    <a:pt x="1333426" y="2164810"/>
                  </a:lnTo>
                  <a:lnTo>
                    <a:pt x="1287087" y="2174030"/>
                  </a:lnTo>
                  <a:lnTo>
                    <a:pt x="1240067" y="2181278"/>
                  </a:lnTo>
                  <a:lnTo>
                    <a:pt x="1192413" y="2186510"/>
                  </a:lnTo>
                  <a:lnTo>
                    <a:pt x="1144167" y="2189683"/>
                  </a:lnTo>
                  <a:lnTo>
                    <a:pt x="1095375" y="2190750"/>
                  </a:lnTo>
                  <a:close/>
                </a:path>
                <a:path w="2190750" h="2190750">
                  <a:moveTo>
                    <a:pt x="1971665" y="1752600"/>
                  </a:moveTo>
                  <a:lnTo>
                    <a:pt x="1095375" y="1752600"/>
                  </a:lnTo>
                  <a:lnTo>
                    <a:pt x="1144424" y="1750797"/>
                  </a:lnTo>
                  <a:lnTo>
                    <a:pt x="1192495" y="1745474"/>
                  </a:lnTo>
                  <a:lnTo>
                    <a:pt x="1239459" y="1736757"/>
                  </a:lnTo>
                  <a:lnTo>
                    <a:pt x="1285190" y="1724773"/>
                  </a:lnTo>
                  <a:lnTo>
                    <a:pt x="1329561" y="1709651"/>
                  </a:lnTo>
                  <a:lnTo>
                    <a:pt x="1372444" y="1691516"/>
                  </a:lnTo>
                  <a:lnTo>
                    <a:pt x="1413713" y="1670495"/>
                  </a:lnTo>
                  <a:lnTo>
                    <a:pt x="1453241" y="1646717"/>
                  </a:lnTo>
                  <a:lnTo>
                    <a:pt x="1490899" y="1620307"/>
                  </a:lnTo>
                  <a:lnTo>
                    <a:pt x="1526563" y="1591393"/>
                  </a:lnTo>
                  <a:lnTo>
                    <a:pt x="1560103" y="1560103"/>
                  </a:lnTo>
                  <a:lnTo>
                    <a:pt x="1591393" y="1526563"/>
                  </a:lnTo>
                  <a:lnTo>
                    <a:pt x="1620307" y="1490899"/>
                  </a:lnTo>
                  <a:lnTo>
                    <a:pt x="1646717" y="1453241"/>
                  </a:lnTo>
                  <a:lnTo>
                    <a:pt x="1670495" y="1413713"/>
                  </a:lnTo>
                  <a:lnTo>
                    <a:pt x="1691516" y="1372444"/>
                  </a:lnTo>
                  <a:lnTo>
                    <a:pt x="1709651" y="1329561"/>
                  </a:lnTo>
                  <a:lnTo>
                    <a:pt x="1724773" y="1285190"/>
                  </a:lnTo>
                  <a:lnTo>
                    <a:pt x="1736757" y="1239459"/>
                  </a:lnTo>
                  <a:lnTo>
                    <a:pt x="1745474" y="1192495"/>
                  </a:lnTo>
                  <a:lnTo>
                    <a:pt x="1750797" y="1144424"/>
                  </a:lnTo>
                  <a:lnTo>
                    <a:pt x="1752600" y="1095375"/>
                  </a:lnTo>
                  <a:lnTo>
                    <a:pt x="1750807" y="1046582"/>
                  </a:lnTo>
                  <a:lnTo>
                    <a:pt x="1750797" y="1046325"/>
                  </a:lnTo>
                  <a:lnTo>
                    <a:pt x="1745483" y="998337"/>
                  </a:lnTo>
                  <a:lnTo>
                    <a:pt x="1736757" y="951290"/>
                  </a:lnTo>
                  <a:lnTo>
                    <a:pt x="1724773" y="905559"/>
                  </a:lnTo>
                  <a:lnTo>
                    <a:pt x="1709651" y="861189"/>
                  </a:lnTo>
                  <a:lnTo>
                    <a:pt x="1691516" y="818305"/>
                  </a:lnTo>
                  <a:lnTo>
                    <a:pt x="1670495" y="777036"/>
                  </a:lnTo>
                  <a:lnTo>
                    <a:pt x="1646717" y="737509"/>
                  </a:lnTo>
                  <a:lnTo>
                    <a:pt x="1620307" y="699850"/>
                  </a:lnTo>
                  <a:lnTo>
                    <a:pt x="1591393" y="664187"/>
                  </a:lnTo>
                  <a:lnTo>
                    <a:pt x="1560103" y="630646"/>
                  </a:lnTo>
                  <a:lnTo>
                    <a:pt x="1526563" y="599356"/>
                  </a:lnTo>
                  <a:lnTo>
                    <a:pt x="1490899" y="570442"/>
                  </a:lnTo>
                  <a:lnTo>
                    <a:pt x="1453241" y="544033"/>
                  </a:lnTo>
                  <a:lnTo>
                    <a:pt x="1413713" y="520254"/>
                  </a:lnTo>
                  <a:lnTo>
                    <a:pt x="1372444" y="499234"/>
                  </a:lnTo>
                  <a:lnTo>
                    <a:pt x="1329561" y="481099"/>
                  </a:lnTo>
                  <a:lnTo>
                    <a:pt x="1285190" y="465976"/>
                  </a:lnTo>
                  <a:lnTo>
                    <a:pt x="1239459" y="453992"/>
                  </a:lnTo>
                  <a:lnTo>
                    <a:pt x="1192495" y="445276"/>
                  </a:lnTo>
                  <a:lnTo>
                    <a:pt x="1144424" y="439952"/>
                  </a:lnTo>
                  <a:lnTo>
                    <a:pt x="1095375" y="438150"/>
                  </a:lnTo>
                  <a:lnTo>
                    <a:pt x="1095375" y="0"/>
                  </a:lnTo>
                  <a:lnTo>
                    <a:pt x="1144167" y="1067"/>
                  </a:lnTo>
                  <a:lnTo>
                    <a:pt x="1192413" y="4239"/>
                  </a:lnTo>
                  <a:lnTo>
                    <a:pt x="1240067" y="9471"/>
                  </a:lnTo>
                  <a:lnTo>
                    <a:pt x="1287087" y="16720"/>
                  </a:lnTo>
                  <a:lnTo>
                    <a:pt x="1333426" y="25939"/>
                  </a:lnTo>
                  <a:lnTo>
                    <a:pt x="1379040" y="37085"/>
                  </a:lnTo>
                  <a:lnTo>
                    <a:pt x="1423885" y="50114"/>
                  </a:lnTo>
                  <a:lnTo>
                    <a:pt x="1467917" y="64980"/>
                  </a:lnTo>
                  <a:lnTo>
                    <a:pt x="1511090" y="81640"/>
                  </a:lnTo>
                  <a:lnTo>
                    <a:pt x="1553361" y="100048"/>
                  </a:lnTo>
                  <a:lnTo>
                    <a:pt x="1594684" y="120160"/>
                  </a:lnTo>
                  <a:lnTo>
                    <a:pt x="1635016" y="141932"/>
                  </a:lnTo>
                  <a:lnTo>
                    <a:pt x="1674311" y="165319"/>
                  </a:lnTo>
                  <a:lnTo>
                    <a:pt x="1712525" y="190276"/>
                  </a:lnTo>
                  <a:lnTo>
                    <a:pt x="1749615" y="216760"/>
                  </a:lnTo>
                  <a:lnTo>
                    <a:pt x="1785534" y="244725"/>
                  </a:lnTo>
                  <a:lnTo>
                    <a:pt x="1820239" y="274127"/>
                  </a:lnTo>
                  <a:lnTo>
                    <a:pt x="1853685" y="304922"/>
                  </a:lnTo>
                  <a:lnTo>
                    <a:pt x="1885827" y="337064"/>
                  </a:lnTo>
                  <a:lnTo>
                    <a:pt x="1916622" y="370510"/>
                  </a:lnTo>
                  <a:lnTo>
                    <a:pt x="1946024" y="405215"/>
                  </a:lnTo>
                  <a:lnTo>
                    <a:pt x="1973989" y="441135"/>
                  </a:lnTo>
                  <a:lnTo>
                    <a:pt x="2000473" y="478224"/>
                  </a:lnTo>
                  <a:lnTo>
                    <a:pt x="2025430" y="516438"/>
                  </a:lnTo>
                  <a:lnTo>
                    <a:pt x="2048817" y="555734"/>
                  </a:lnTo>
                  <a:lnTo>
                    <a:pt x="2070589" y="596065"/>
                  </a:lnTo>
                  <a:lnTo>
                    <a:pt x="2090701" y="637389"/>
                  </a:lnTo>
                  <a:lnTo>
                    <a:pt x="2109110" y="679659"/>
                  </a:lnTo>
                  <a:lnTo>
                    <a:pt x="2125769" y="722833"/>
                  </a:lnTo>
                  <a:lnTo>
                    <a:pt x="2140635" y="766864"/>
                  </a:lnTo>
                  <a:lnTo>
                    <a:pt x="2153664" y="811709"/>
                  </a:lnTo>
                  <a:lnTo>
                    <a:pt x="2164810" y="857324"/>
                  </a:lnTo>
                  <a:lnTo>
                    <a:pt x="2174030" y="903663"/>
                  </a:lnTo>
                  <a:lnTo>
                    <a:pt x="2181278" y="950682"/>
                  </a:lnTo>
                  <a:lnTo>
                    <a:pt x="2186510" y="998337"/>
                  </a:lnTo>
                  <a:lnTo>
                    <a:pt x="2189666" y="1046325"/>
                  </a:lnTo>
                  <a:lnTo>
                    <a:pt x="2190750" y="1095375"/>
                  </a:lnTo>
                  <a:lnTo>
                    <a:pt x="2189671" y="1144167"/>
                  </a:lnTo>
                  <a:lnTo>
                    <a:pt x="2186501" y="1192495"/>
                  </a:lnTo>
                  <a:lnTo>
                    <a:pt x="2181345" y="1239459"/>
                  </a:lnTo>
                  <a:lnTo>
                    <a:pt x="2181278" y="1240067"/>
                  </a:lnTo>
                  <a:lnTo>
                    <a:pt x="2174030" y="1287087"/>
                  </a:lnTo>
                  <a:lnTo>
                    <a:pt x="2164810" y="1333426"/>
                  </a:lnTo>
                  <a:lnTo>
                    <a:pt x="2153664" y="1379040"/>
                  </a:lnTo>
                  <a:lnTo>
                    <a:pt x="2140635" y="1423885"/>
                  </a:lnTo>
                  <a:lnTo>
                    <a:pt x="2125769" y="1467917"/>
                  </a:lnTo>
                  <a:lnTo>
                    <a:pt x="2109110" y="1511090"/>
                  </a:lnTo>
                  <a:lnTo>
                    <a:pt x="2090701" y="1553361"/>
                  </a:lnTo>
                  <a:lnTo>
                    <a:pt x="2070589" y="1594684"/>
                  </a:lnTo>
                  <a:lnTo>
                    <a:pt x="2048817" y="1635016"/>
                  </a:lnTo>
                  <a:lnTo>
                    <a:pt x="2025430" y="1674311"/>
                  </a:lnTo>
                  <a:lnTo>
                    <a:pt x="2000473" y="1712525"/>
                  </a:lnTo>
                  <a:lnTo>
                    <a:pt x="1973989" y="1749615"/>
                  </a:lnTo>
                  <a:lnTo>
                    <a:pt x="1971665" y="1752600"/>
                  </a:lnTo>
                  <a:close/>
                </a:path>
              </a:pathLst>
            </a:custGeom>
            <a:solidFill>
              <a:srgbClr val="494E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92429" y="4498144"/>
              <a:ext cx="1951989" cy="2162810"/>
            </a:xfrm>
            <a:custGeom>
              <a:avLst/>
              <a:gdLst/>
              <a:ahLst/>
              <a:cxnLst/>
              <a:rect l="l" t="t" r="r" b="b"/>
              <a:pathLst>
                <a:path w="1951989" h="2162809">
                  <a:moveTo>
                    <a:pt x="1732439" y="1724497"/>
                  </a:moveTo>
                  <a:lnTo>
                    <a:pt x="843925" y="1724497"/>
                  </a:lnTo>
                  <a:lnTo>
                    <a:pt x="891184" y="1723705"/>
                  </a:lnTo>
                  <a:lnTo>
                    <a:pt x="938456" y="1719490"/>
                  </a:lnTo>
                  <a:lnTo>
                    <a:pt x="985555" y="1711815"/>
                  </a:lnTo>
                  <a:lnTo>
                    <a:pt x="1032295" y="1700641"/>
                  </a:lnTo>
                  <a:lnTo>
                    <a:pt x="1078491" y="1685934"/>
                  </a:lnTo>
                  <a:lnTo>
                    <a:pt x="1123959" y="1667654"/>
                  </a:lnTo>
                  <a:lnTo>
                    <a:pt x="1167948" y="1646057"/>
                  </a:lnTo>
                  <a:lnTo>
                    <a:pt x="1209768" y="1621530"/>
                  </a:lnTo>
                  <a:lnTo>
                    <a:pt x="1249321" y="1594235"/>
                  </a:lnTo>
                  <a:lnTo>
                    <a:pt x="1286514" y="1564337"/>
                  </a:lnTo>
                  <a:lnTo>
                    <a:pt x="1321248" y="1531996"/>
                  </a:lnTo>
                  <a:lnTo>
                    <a:pt x="1353428" y="1497377"/>
                  </a:lnTo>
                  <a:lnTo>
                    <a:pt x="1382958" y="1460641"/>
                  </a:lnTo>
                  <a:lnTo>
                    <a:pt x="1409741" y="1421951"/>
                  </a:lnTo>
                  <a:lnTo>
                    <a:pt x="1433681" y="1381470"/>
                  </a:lnTo>
                  <a:lnTo>
                    <a:pt x="1454682" y="1339361"/>
                  </a:lnTo>
                  <a:lnTo>
                    <a:pt x="1472648" y="1295786"/>
                  </a:lnTo>
                  <a:lnTo>
                    <a:pt x="1487483" y="1250909"/>
                  </a:lnTo>
                  <a:lnTo>
                    <a:pt x="1499089" y="1204891"/>
                  </a:lnTo>
                  <a:lnTo>
                    <a:pt x="1507372" y="1157895"/>
                  </a:lnTo>
                  <a:lnTo>
                    <a:pt x="1512235" y="1110085"/>
                  </a:lnTo>
                  <a:lnTo>
                    <a:pt x="1513582" y="1061622"/>
                  </a:lnTo>
                  <a:lnTo>
                    <a:pt x="1511316" y="1012670"/>
                  </a:lnTo>
                  <a:lnTo>
                    <a:pt x="1505430" y="964020"/>
                  </a:lnTo>
                  <a:lnTo>
                    <a:pt x="1496063" y="916452"/>
                  </a:lnTo>
                  <a:lnTo>
                    <a:pt x="1483337" y="870110"/>
                  </a:lnTo>
                  <a:lnTo>
                    <a:pt x="1467373" y="825140"/>
                  </a:lnTo>
                  <a:lnTo>
                    <a:pt x="1448294" y="781685"/>
                  </a:lnTo>
                  <a:lnTo>
                    <a:pt x="1426221" y="739889"/>
                  </a:lnTo>
                  <a:lnTo>
                    <a:pt x="1401275" y="699899"/>
                  </a:lnTo>
                  <a:lnTo>
                    <a:pt x="1373580" y="661857"/>
                  </a:lnTo>
                  <a:lnTo>
                    <a:pt x="1343257" y="625908"/>
                  </a:lnTo>
                  <a:lnTo>
                    <a:pt x="1310427" y="592197"/>
                  </a:lnTo>
                  <a:lnTo>
                    <a:pt x="1275212" y="560868"/>
                  </a:lnTo>
                  <a:lnTo>
                    <a:pt x="1237736" y="532066"/>
                  </a:lnTo>
                  <a:lnTo>
                    <a:pt x="1198118" y="505936"/>
                  </a:lnTo>
                  <a:lnTo>
                    <a:pt x="1156481" y="482620"/>
                  </a:lnTo>
                  <a:lnTo>
                    <a:pt x="1112948" y="462266"/>
                  </a:lnTo>
                  <a:lnTo>
                    <a:pt x="1067639" y="445015"/>
                  </a:lnTo>
                  <a:lnTo>
                    <a:pt x="1020677" y="431014"/>
                  </a:lnTo>
                  <a:lnTo>
                    <a:pt x="977331" y="414777"/>
                  </a:lnTo>
                  <a:lnTo>
                    <a:pt x="938948" y="390252"/>
                  </a:lnTo>
                  <a:lnTo>
                    <a:pt x="906608" y="358496"/>
                  </a:lnTo>
                  <a:lnTo>
                    <a:pt x="881386" y="320567"/>
                  </a:lnTo>
                  <a:lnTo>
                    <a:pt x="864362" y="277524"/>
                  </a:lnTo>
                  <a:lnTo>
                    <a:pt x="856750" y="231866"/>
                  </a:lnTo>
                  <a:lnTo>
                    <a:pt x="858799" y="186363"/>
                  </a:lnTo>
                  <a:lnTo>
                    <a:pt x="870130" y="142478"/>
                  </a:lnTo>
                  <a:lnTo>
                    <a:pt x="890366" y="101671"/>
                  </a:lnTo>
                  <a:lnTo>
                    <a:pt x="919130" y="65405"/>
                  </a:lnTo>
                  <a:lnTo>
                    <a:pt x="954865" y="35985"/>
                  </a:lnTo>
                  <a:lnTo>
                    <a:pt x="995296" y="15007"/>
                  </a:lnTo>
                  <a:lnTo>
                    <a:pt x="1038968" y="2878"/>
                  </a:lnTo>
                  <a:lnTo>
                    <a:pt x="1084426" y="0"/>
                  </a:lnTo>
                  <a:lnTo>
                    <a:pt x="1130215" y="6777"/>
                  </a:lnTo>
                  <a:lnTo>
                    <a:pt x="1178053" y="20286"/>
                  </a:lnTo>
                  <a:lnTo>
                    <a:pt x="1224905" y="35826"/>
                  </a:lnTo>
                  <a:lnTo>
                    <a:pt x="1270725" y="53342"/>
                  </a:lnTo>
                  <a:lnTo>
                    <a:pt x="1315469" y="72783"/>
                  </a:lnTo>
                  <a:lnTo>
                    <a:pt x="1359089" y="94092"/>
                  </a:lnTo>
                  <a:lnTo>
                    <a:pt x="1401541" y="117217"/>
                  </a:lnTo>
                  <a:lnTo>
                    <a:pt x="1442780" y="142103"/>
                  </a:lnTo>
                  <a:lnTo>
                    <a:pt x="1482760" y="168698"/>
                  </a:lnTo>
                  <a:lnTo>
                    <a:pt x="1521435" y="196946"/>
                  </a:lnTo>
                  <a:lnTo>
                    <a:pt x="1558760" y="226793"/>
                  </a:lnTo>
                  <a:lnTo>
                    <a:pt x="1594689" y="258187"/>
                  </a:lnTo>
                  <a:lnTo>
                    <a:pt x="1629178" y="291073"/>
                  </a:lnTo>
                  <a:lnTo>
                    <a:pt x="1662181" y="325398"/>
                  </a:lnTo>
                  <a:lnTo>
                    <a:pt x="1693651" y="361106"/>
                  </a:lnTo>
                  <a:lnTo>
                    <a:pt x="1723545" y="398145"/>
                  </a:lnTo>
                  <a:lnTo>
                    <a:pt x="1751816" y="436461"/>
                  </a:lnTo>
                  <a:lnTo>
                    <a:pt x="1778418" y="475999"/>
                  </a:lnTo>
                  <a:lnTo>
                    <a:pt x="1803307" y="516706"/>
                  </a:lnTo>
                  <a:lnTo>
                    <a:pt x="1826437" y="558528"/>
                  </a:lnTo>
                  <a:lnTo>
                    <a:pt x="1847762" y="601411"/>
                  </a:lnTo>
                  <a:lnTo>
                    <a:pt x="1867237" y="645301"/>
                  </a:lnTo>
                  <a:lnTo>
                    <a:pt x="1884817" y="690144"/>
                  </a:lnTo>
                  <a:lnTo>
                    <a:pt x="1900456" y="735887"/>
                  </a:lnTo>
                  <a:lnTo>
                    <a:pt x="1914109" y="782475"/>
                  </a:lnTo>
                  <a:lnTo>
                    <a:pt x="1925729" y="829854"/>
                  </a:lnTo>
                  <a:lnTo>
                    <a:pt x="1935273" y="877971"/>
                  </a:lnTo>
                  <a:lnTo>
                    <a:pt x="1942693" y="926772"/>
                  </a:lnTo>
                  <a:lnTo>
                    <a:pt x="1947946" y="976203"/>
                  </a:lnTo>
                  <a:lnTo>
                    <a:pt x="1950966" y="1025820"/>
                  </a:lnTo>
                  <a:lnTo>
                    <a:pt x="1951746" y="1075176"/>
                  </a:lnTo>
                  <a:lnTo>
                    <a:pt x="1950313" y="1124210"/>
                  </a:lnTo>
                  <a:lnTo>
                    <a:pt x="1946713" y="1172861"/>
                  </a:lnTo>
                  <a:lnTo>
                    <a:pt x="1940977" y="1221068"/>
                  </a:lnTo>
                  <a:lnTo>
                    <a:pt x="1933143" y="1268771"/>
                  </a:lnTo>
                  <a:lnTo>
                    <a:pt x="1923245" y="1315909"/>
                  </a:lnTo>
                  <a:lnTo>
                    <a:pt x="1911320" y="1362422"/>
                  </a:lnTo>
                  <a:lnTo>
                    <a:pt x="1897404" y="1408248"/>
                  </a:lnTo>
                  <a:lnTo>
                    <a:pt x="1881532" y="1453327"/>
                  </a:lnTo>
                  <a:lnTo>
                    <a:pt x="1863829" y="1497377"/>
                  </a:lnTo>
                  <a:lnTo>
                    <a:pt x="1844065" y="1541002"/>
                  </a:lnTo>
                  <a:lnTo>
                    <a:pt x="1822542" y="1583476"/>
                  </a:lnTo>
                  <a:lnTo>
                    <a:pt x="1799206" y="1624961"/>
                  </a:lnTo>
                  <a:lnTo>
                    <a:pt x="1774095" y="1665395"/>
                  </a:lnTo>
                  <a:lnTo>
                    <a:pt x="1747243" y="1704718"/>
                  </a:lnTo>
                  <a:lnTo>
                    <a:pt x="1732439" y="1724497"/>
                  </a:lnTo>
                  <a:close/>
                </a:path>
                <a:path w="1951989" h="2162809">
                  <a:moveTo>
                    <a:pt x="877802" y="2162581"/>
                  </a:moveTo>
                  <a:lnTo>
                    <a:pt x="832631" y="2162581"/>
                  </a:lnTo>
                  <a:lnTo>
                    <a:pt x="782348" y="2160261"/>
                  </a:lnTo>
                  <a:lnTo>
                    <a:pt x="734885" y="2155996"/>
                  </a:lnTo>
                  <a:lnTo>
                    <a:pt x="687689" y="2149681"/>
                  </a:lnTo>
                  <a:lnTo>
                    <a:pt x="640830" y="2141329"/>
                  </a:lnTo>
                  <a:lnTo>
                    <a:pt x="594378" y="2130954"/>
                  </a:lnTo>
                  <a:lnTo>
                    <a:pt x="548400" y="2118569"/>
                  </a:lnTo>
                  <a:lnTo>
                    <a:pt x="502967" y="2104190"/>
                  </a:lnTo>
                  <a:lnTo>
                    <a:pt x="458147" y="2087828"/>
                  </a:lnTo>
                  <a:lnTo>
                    <a:pt x="414009" y="2069499"/>
                  </a:lnTo>
                  <a:lnTo>
                    <a:pt x="370624" y="2049217"/>
                  </a:lnTo>
                  <a:lnTo>
                    <a:pt x="328059" y="2026994"/>
                  </a:lnTo>
                  <a:lnTo>
                    <a:pt x="286384" y="2002845"/>
                  </a:lnTo>
                  <a:lnTo>
                    <a:pt x="245668" y="1976785"/>
                  </a:lnTo>
                  <a:lnTo>
                    <a:pt x="205980" y="1948826"/>
                  </a:lnTo>
                  <a:lnTo>
                    <a:pt x="167389" y="1918983"/>
                  </a:lnTo>
                  <a:lnTo>
                    <a:pt x="129965" y="1887269"/>
                  </a:lnTo>
                  <a:lnTo>
                    <a:pt x="93776" y="1853698"/>
                  </a:lnTo>
                  <a:lnTo>
                    <a:pt x="58892" y="1818285"/>
                  </a:lnTo>
                  <a:lnTo>
                    <a:pt x="28669" y="1777748"/>
                  </a:lnTo>
                  <a:lnTo>
                    <a:pt x="9057" y="1732878"/>
                  </a:lnTo>
                  <a:lnTo>
                    <a:pt x="76" y="1685934"/>
                  </a:lnTo>
                  <a:lnTo>
                    <a:pt x="0" y="1685535"/>
                  </a:lnTo>
                  <a:lnTo>
                    <a:pt x="1442" y="1637577"/>
                  </a:lnTo>
                  <a:lnTo>
                    <a:pt x="13327" y="1590864"/>
                  </a:lnTo>
                  <a:lnTo>
                    <a:pt x="35600" y="1547254"/>
                  </a:lnTo>
                  <a:lnTo>
                    <a:pt x="68205" y="1508606"/>
                  </a:lnTo>
                  <a:lnTo>
                    <a:pt x="108742" y="1478383"/>
                  </a:lnTo>
                  <a:lnTo>
                    <a:pt x="153612" y="1458771"/>
                  </a:lnTo>
                  <a:lnTo>
                    <a:pt x="200955" y="1449714"/>
                  </a:lnTo>
                  <a:lnTo>
                    <a:pt x="248912" y="1451156"/>
                  </a:lnTo>
                  <a:lnTo>
                    <a:pt x="295625" y="1463041"/>
                  </a:lnTo>
                  <a:lnTo>
                    <a:pt x="339236" y="1485314"/>
                  </a:lnTo>
                  <a:lnTo>
                    <a:pt x="377884" y="1517919"/>
                  </a:lnTo>
                  <a:lnTo>
                    <a:pt x="412777" y="1552327"/>
                  </a:lnTo>
                  <a:lnTo>
                    <a:pt x="449721" y="1583721"/>
                  </a:lnTo>
                  <a:lnTo>
                    <a:pt x="488531" y="1612063"/>
                  </a:lnTo>
                  <a:lnTo>
                    <a:pt x="529020" y="1637318"/>
                  </a:lnTo>
                  <a:lnTo>
                    <a:pt x="571005" y="1659446"/>
                  </a:lnTo>
                  <a:lnTo>
                    <a:pt x="614299" y="1678412"/>
                  </a:lnTo>
                  <a:lnTo>
                    <a:pt x="658717" y="1694178"/>
                  </a:lnTo>
                  <a:lnTo>
                    <a:pt x="704074" y="1706707"/>
                  </a:lnTo>
                  <a:lnTo>
                    <a:pt x="750185" y="1715961"/>
                  </a:lnTo>
                  <a:lnTo>
                    <a:pt x="796863" y="1721903"/>
                  </a:lnTo>
                  <a:lnTo>
                    <a:pt x="843925" y="1724497"/>
                  </a:lnTo>
                  <a:lnTo>
                    <a:pt x="1732439" y="1724497"/>
                  </a:lnTo>
                  <a:lnTo>
                    <a:pt x="1718687" y="1742870"/>
                  </a:lnTo>
                  <a:lnTo>
                    <a:pt x="1688463" y="1779788"/>
                  </a:lnTo>
                  <a:lnTo>
                    <a:pt x="1656606" y="1815414"/>
                  </a:lnTo>
                  <a:lnTo>
                    <a:pt x="1623153" y="1849686"/>
                  </a:lnTo>
                  <a:lnTo>
                    <a:pt x="1588138" y="1882544"/>
                  </a:lnTo>
                  <a:lnTo>
                    <a:pt x="1551599" y="1913926"/>
                  </a:lnTo>
                  <a:lnTo>
                    <a:pt x="1513571" y="1943773"/>
                  </a:lnTo>
                  <a:lnTo>
                    <a:pt x="1474090" y="1972023"/>
                  </a:lnTo>
                  <a:lnTo>
                    <a:pt x="1433191" y="1998615"/>
                  </a:lnTo>
                  <a:lnTo>
                    <a:pt x="1390911" y="2023490"/>
                  </a:lnTo>
                  <a:lnTo>
                    <a:pt x="1347286" y="2046587"/>
                  </a:lnTo>
                  <a:lnTo>
                    <a:pt x="1302351" y="2067844"/>
                  </a:lnTo>
                  <a:lnTo>
                    <a:pt x="1256504" y="2087054"/>
                  </a:lnTo>
                  <a:lnTo>
                    <a:pt x="1210165" y="2104062"/>
                  </a:lnTo>
                  <a:lnTo>
                    <a:pt x="1163402" y="2118879"/>
                  </a:lnTo>
                  <a:lnTo>
                    <a:pt x="1116285" y="2131521"/>
                  </a:lnTo>
                  <a:lnTo>
                    <a:pt x="1068882" y="2142001"/>
                  </a:lnTo>
                  <a:lnTo>
                    <a:pt x="1021263" y="2150334"/>
                  </a:lnTo>
                  <a:lnTo>
                    <a:pt x="973498" y="2156532"/>
                  </a:lnTo>
                  <a:lnTo>
                    <a:pt x="925654" y="2160610"/>
                  </a:lnTo>
                  <a:lnTo>
                    <a:pt x="877802" y="2162581"/>
                  </a:lnTo>
                  <a:close/>
                </a:path>
              </a:pathLst>
            </a:custGeom>
            <a:solidFill>
              <a:srgbClr val="6BE4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853425" y="7854689"/>
            <a:ext cx="2190750" cy="1095375"/>
            <a:chOff x="1853425" y="7854689"/>
            <a:chExt cx="2190750" cy="1095375"/>
          </a:xfrm>
        </p:grpSpPr>
        <p:sp>
          <p:nvSpPr>
            <p:cNvPr id="9" name="object 9"/>
            <p:cNvSpPr/>
            <p:nvPr/>
          </p:nvSpPr>
          <p:spPr>
            <a:xfrm>
              <a:off x="1853425" y="7854689"/>
              <a:ext cx="2190750" cy="1095375"/>
            </a:xfrm>
            <a:custGeom>
              <a:avLst/>
              <a:gdLst/>
              <a:ahLst/>
              <a:cxnLst/>
              <a:rect l="l" t="t" r="r" b="b"/>
              <a:pathLst>
                <a:path w="2190750" h="1095375">
                  <a:moveTo>
                    <a:pt x="394335" y="1095375"/>
                  </a:moveTo>
                  <a:lnTo>
                    <a:pt x="0" y="1095375"/>
                  </a:lnTo>
                  <a:lnTo>
                    <a:pt x="1049" y="1047377"/>
                  </a:lnTo>
                  <a:lnTo>
                    <a:pt x="1067" y="1046582"/>
                  </a:lnTo>
                  <a:lnTo>
                    <a:pt x="4113" y="1000248"/>
                  </a:lnTo>
                  <a:lnTo>
                    <a:pt x="4239" y="998337"/>
                  </a:lnTo>
                  <a:lnTo>
                    <a:pt x="9471" y="950682"/>
                  </a:lnTo>
                  <a:lnTo>
                    <a:pt x="16720" y="903663"/>
                  </a:lnTo>
                  <a:lnTo>
                    <a:pt x="25939" y="857324"/>
                  </a:lnTo>
                  <a:lnTo>
                    <a:pt x="37085" y="811709"/>
                  </a:lnTo>
                  <a:lnTo>
                    <a:pt x="50114" y="766864"/>
                  </a:lnTo>
                  <a:lnTo>
                    <a:pt x="64980" y="722833"/>
                  </a:lnTo>
                  <a:lnTo>
                    <a:pt x="81640" y="679659"/>
                  </a:lnTo>
                  <a:lnTo>
                    <a:pt x="100048" y="637389"/>
                  </a:lnTo>
                  <a:lnTo>
                    <a:pt x="120160" y="596065"/>
                  </a:lnTo>
                  <a:lnTo>
                    <a:pt x="141932" y="555734"/>
                  </a:lnTo>
                  <a:lnTo>
                    <a:pt x="165319" y="516438"/>
                  </a:lnTo>
                  <a:lnTo>
                    <a:pt x="190276" y="478224"/>
                  </a:lnTo>
                  <a:lnTo>
                    <a:pt x="216760" y="441135"/>
                  </a:lnTo>
                  <a:lnTo>
                    <a:pt x="244725" y="405215"/>
                  </a:lnTo>
                  <a:lnTo>
                    <a:pt x="274127" y="370510"/>
                  </a:lnTo>
                  <a:lnTo>
                    <a:pt x="304922" y="337064"/>
                  </a:lnTo>
                  <a:lnTo>
                    <a:pt x="337064" y="304922"/>
                  </a:lnTo>
                  <a:lnTo>
                    <a:pt x="370510" y="274127"/>
                  </a:lnTo>
                  <a:lnTo>
                    <a:pt x="405215" y="244725"/>
                  </a:lnTo>
                  <a:lnTo>
                    <a:pt x="441135" y="216760"/>
                  </a:lnTo>
                  <a:lnTo>
                    <a:pt x="478224" y="190276"/>
                  </a:lnTo>
                  <a:lnTo>
                    <a:pt x="516438" y="165319"/>
                  </a:lnTo>
                  <a:lnTo>
                    <a:pt x="555734" y="141932"/>
                  </a:lnTo>
                  <a:lnTo>
                    <a:pt x="596065" y="120160"/>
                  </a:lnTo>
                  <a:lnTo>
                    <a:pt x="637389" y="100048"/>
                  </a:lnTo>
                  <a:lnTo>
                    <a:pt x="679659" y="81640"/>
                  </a:lnTo>
                  <a:lnTo>
                    <a:pt x="722833" y="64980"/>
                  </a:lnTo>
                  <a:lnTo>
                    <a:pt x="766864" y="50114"/>
                  </a:lnTo>
                  <a:lnTo>
                    <a:pt x="811709" y="37085"/>
                  </a:lnTo>
                  <a:lnTo>
                    <a:pt x="857324" y="25939"/>
                  </a:lnTo>
                  <a:lnTo>
                    <a:pt x="903663" y="16720"/>
                  </a:lnTo>
                  <a:lnTo>
                    <a:pt x="950682" y="9471"/>
                  </a:lnTo>
                  <a:lnTo>
                    <a:pt x="998337" y="4239"/>
                  </a:lnTo>
                  <a:lnTo>
                    <a:pt x="1046582" y="1067"/>
                  </a:lnTo>
                  <a:lnTo>
                    <a:pt x="1095375" y="0"/>
                  </a:lnTo>
                  <a:lnTo>
                    <a:pt x="1144167" y="1067"/>
                  </a:lnTo>
                  <a:lnTo>
                    <a:pt x="1192413" y="4239"/>
                  </a:lnTo>
                  <a:lnTo>
                    <a:pt x="1240067" y="9471"/>
                  </a:lnTo>
                  <a:lnTo>
                    <a:pt x="1287087" y="16720"/>
                  </a:lnTo>
                  <a:lnTo>
                    <a:pt x="1333426" y="25939"/>
                  </a:lnTo>
                  <a:lnTo>
                    <a:pt x="1379040" y="37085"/>
                  </a:lnTo>
                  <a:lnTo>
                    <a:pt x="1423885" y="50114"/>
                  </a:lnTo>
                  <a:lnTo>
                    <a:pt x="1467917" y="64980"/>
                  </a:lnTo>
                  <a:lnTo>
                    <a:pt x="1511090" y="81640"/>
                  </a:lnTo>
                  <a:lnTo>
                    <a:pt x="1553361" y="100048"/>
                  </a:lnTo>
                  <a:lnTo>
                    <a:pt x="1594684" y="120160"/>
                  </a:lnTo>
                  <a:lnTo>
                    <a:pt x="1635016" y="141932"/>
                  </a:lnTo>
                  <a:lnTo>
                    <a:pt x="1674311" y="165319"/>
                  </a:lnTo>
                  <a:lnTo>
                    <a:pt x="1712525" y="190276"/>
                  </a:lnTo>
                  <a:lnTo>
                    <a:pt x="1749615" y="216760"/>
                  </a:lnTo>
                  <a:lnTo>
                    <a:pt x="1785534" y="244725"/>
                  </a:lnTo>
                  <a:lnTo>
                    <a:pt x="1820239" y="274127"/>
                  </a:lnTo>
                  <a:lnTo>
                    <a:pt x="1853685" y="304922"/>
                  </a:lnTo>
                  <a:lnTo>
                    <a:pt x="1885827" y="337064"/>
                  </a:lnTo>
                  <a:lnTo>
                    <a:pt x="1916622" y="370510"/>
                  </a:lnTo>
                  <a:lnTo>
                    <a:pt x="1936806" y="394335"/>
                  </a:lnTo>
                  <a:lnTo>
                    <a:pt x="1095375" y="394335"/>
                  </a:lnTo>
                  <a:lnTo>
                    <a:pt x="1047377" y="395952"/>
                  </a:lnTo>
                  <a:lnTo>
                    <a:pt x="1000248" y="400734"/>
                  </a:lnTo>
                  <a:lnTo>
                    <a:pt x="954091" y="408577"/>
                  </a:lnTo>
                  <a:lnTo>
                    <a:pt x="909010" y="419376"/>
                  </a:lnTo>
                  <a:lnTo>
                    <a:pt x="865111" y="433027"/>
                  </a:lnTo>
                  <a:lnTo>
                    <a:pt x="822498" y="449426"/>
                  </a:lnTo>
                  <a:lnTo>
                    <a:pt x="781275" y="468467"/>
                  </a:lnTo>
                  <a:lnTo>
                    <a:pt x="741546" y="490047"/>
                  </a:lnTo>
                  <a:lnTo>
                    <a:pt x="703416" y="514061"/>
                  </a:lnTo>
                  <a:lnTo>
                    <a:pt x="666990" y="540405"/>
                  </a:lnTo>
                  <a:lnTo>
                    <a:pt x="632371" y="568974"/>
                  </a:lnTo>
                  <a:lnTo>
                    <a:pt x="599664" y="599664"/>
                  </a:lnTo>
                  <a:lnTo>
                    <a:pt x="568974" y="632371"/>
                  </a:lnTo>
                  <a:lnTo>
                    <a:pt x="540405" y="666990"/>
                  </a:lnTo>
                  <a:lnTo>
                    <a:pt x="514061" y="703416"/>
                  </a:lnTo>
                  <a:lnTo>
                    <a:pt x="490047" y="741546"/>
                  </a:lnTo>
                  <a:lnTo>
                    <a:pt x="468467" y="781275"/>
                  </a:lnTo>
                  <a:lnTo>
                    <a:pt x="449426" y="822498"/>
                  </a:lnTo>
                  <a:lnTo>
                    <a:pt x="433027" y="865111"/>
                  </a:lnTo>
                  <a:lnTo>
                    <a:pt x="419376" y="909010"/>
                  </a:lnTo>
                  <a:lnTo>
                    <a:pt x="408577" y="954091"/>
                  </a:lnTo>
                  <a:lnTo>
                    <a:pt x="400734" y="1000248"/>
                  </a:lnTo>
                  <a:lnTo>
                    <a:pt x="396033" y="1046582"/>
                  </a:lnTo>
                  <a:lnTo>
                    <a:pt x="395952" y="1047377"/>
                  </a:lnTo>
                  <a:lnTo>
                    <a:pt x="394335" y="1095375"/>
                  </a:lnTo>
                  <a:close/>
                </a:path>
                <a:path w="2190750" h="1095375">
                  <a:moveTo>
                    <a:pt x="2190750" y="1095375"/>
                  </a:moveTo>
                  <a:lnTo>
                    <a:pt x="1796415" y="1095375"/>
                  </a:lnTo>
                  <a:lnTo>
                    <a:pt x="1794797" y="1047377"/>
                  </a:lnTo>
                  <a:lnTo>
                    <a:pt x="1790015" y="1000248"/>
                  </a:lnTo>
                  <a:lnTo>
                    <a:pt x="1782172" y="954091"/>
                  </a:lnTo>
                  <a:lnTo>
                    <a:pt x="1771373" y="909010"/>
                  </a:lnTo>
                  <a:lnTo>
                    <a:pt x="1757722" y="865111"/>
                  </a:lnTo>
                  <a:lnTo>
                    <a:pt x="1741324" y="822498"/>
                  </a:lnTo>
                  <a:lnTo>
                    <a:pt x="1722282" y="781275"/>
                  </a:lnTo>
                  <a:lnTo>
                    <a:pt x="1700702" y="741546"/>
                  </a:lnTo>
                  <a:lnTo>
                    <a:pt x="1676688" y="703416"/>
                  </a:lnTo>
                  <a:lnTo>
                    <a:pt x="1650344" y="666990"/>
                  </a:lnTo>
                  <a:lnTo>
                    <a:pt x="1621775" y="632371"/>
                  </a:lnTo>
                  <a:lnTo>
                    <a:pt x="1591085" y="599664"/>
                  </a:lnTo>
                  <a:lnTo>
                    <a:pt x="1558378" y="568974"/>
                  </a:lnTo>
                  <a:lnTo>
                    <a:pt x="1523759" y="540405"/>
                  </a:lnTo>
                  <a:lnTo>
                    <a:pt x="1487333" y="514061"/>
                  </a:lnTo>
                  <a:lnTo>
                    <a:pt x="1449203" y="490047"/>
                  </a:lnTo>
                  <a:lnTo>
                    <a:pt x="1409474" y="468467"/>
                  </a:lnTo>
                  <a:lnTo>
                    <a:pt x="1368251" y="449426"/>
                  </a:lnTo>
                  <a:lnTo>
                    <a:pt x="1325638" y="433027"/>
                  </a:lnTo>
                  <a:lnTo>
                    <a:pt x="1281739" y="419376"/>
                  </a:lnTo>
                  <a:lnTo>
                    <a:pt x="1236659" y="408577"/>
                  </a:lnTo>
                  <a:lnTo>
                    <a:pt x="1190502" y="400734"/>
                  </a:lnTo>
                  <a:lnTo>
                    <a:pt x="1143372" y="395952"/>
                  </a:lnTo>
                  <a:lnTo>
                    <a:pt x="1095375" y="394335"/>
                  </a:lnTo>
                  <a:lnTo>
                    <a:pt x="1936806" y="394335"/>
                  </a:lnTo>
                  <a:lnTo>
                    <a:pt x="1973989" y="441135"/>
                  </a:lnTo>
                  <a:lnTo>
                    <a:pt x="2000473" y="478224"/>
                  </a:lnTo>
                  <a:lnTo>
                    <a:pt x="2025430" y="516438"/>
                  </a:lnTo>
                  <a:lnTo>
                    <a:pt x="2048817" y="555734"/>
                  </a:lnTo>
                  <a:lnTo>
                    <a:pt x="2070589" y="596065"/>
                  </a:lnTo>
                  <a:lnTo>
                    <a:pt x="2090701" y="637389"/>
                  </a:lnTo>
                  <a:lnTo>
                    <a:pt x="2109110" y="679659"/>
                  </a:lnTo>
                  <a:lnTo>
                    <a:pt x="2125769" y="722833"/>
                  </a:lnTo>
                  <a:lnTo>
                    <a:pt x="2140635" y="766864"/>
                  </a:lnTo>
                  <a:lnTo>
                    <a:pt x="2153664" y="811709"/>
                  </a:lnTo>
                  <a:lnTo>
                    <a:pt x="2164810" y="857324"/>
                  </a:lnTo>
                  <a:lnTo>
                    <a:pt x="2174030" y="903663"/>
                  </a:lnTo>
                  <a:lnTo>
                    <a:pt x="2181278" y="950682"/>
                  </a:lnTo>
                  <a:lnTo>
                    <a:pt x="2186510" y="998337"/>
                  </a:lnTo>
                  <a:lnTo>
                    <a:pt x="2189683" y="1046582"/>
                  </a:lnTo>
                  <a:lnTo>
                    <a:pt x="2190750" y="1095375"/>
                  </a:lnTo>
                  <a:close/>
                </a:path>
              </a:pathLst>
            </a:custGeom>
            <a:solidFill>
              <a:srgbClr val="6BE4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67572" y="8079866"/>
              <a:ext cx="591185" cy="870585"/>
            </a:xfrm>
            <a:custGeom>
              <a:avLst/>
              <a:gdLst/>
              <a:ahLst/>
              <a:cxnLst/>
              <a:rect l="l" t="t" r="r" b="b"/>
              <a:pathLst>
                <a:path w="591185" h="870584">
                  <a:moveTo>
                    <a:pt x="484702" y="870143"/>
                  </a:moveTo>
                  <a:lnTo>
                    <a:pt x="429495" y="857212"/>
                  </a:lnTo>
                  <a:lnTo>
                    <a:pt x="388150" y="818411"/>
                  </a:lnTo>
                  <a:lnTo>
                    <a:pt x="4391" y="33694"/>
                  </a:lnTo>
                  <a:lnTo>
                    <a:pt x="264" y="27044"/>
                  </a:lnTo>
                  <a:lnTo>
                    <a:pt x="0" y="18697"/>
                  </a:lnTo>
                  <a:lnTo>
                    <a:pt x="7392" y="4899"/>
                  </a:lnTo>
                  <a:lnTo>
                    <a:pt x="14488" y="496"/>
                  </a:lnTo>
                  <a:lnTo>
                    <a:pt x="30134" y="0"/>
                  </a:lnTo>
                  <a:lnTo>
                    <a:pt x="37495" y="3943"/>
                  </a:lnTo>
                  <a:lnTo>
                    <a:pt x="41622" y="10594"/>
                  </a:lnTo>
                  <a:lnTo>
                    <a:pt x="574304" y="702910"/>
                  </a:lnTo>
                  <a:lnTo>
                    <a:pt x="586150" y="729194"/>
                  </a:lnTo>
                  <a:lnTo>
                    <a:pt x="590710" y="757185"/>
                  </a:lnTo>
                  <a:lnTo>
                    <a:pt x="587935" y="785409"/>
                  </a:lnTo>
                  <a:lnTo>
                    <a:pt x="577779" y="812392"/>
                  </a:lnTo>
                  <a:lnTo>
                    <a:pt x="560939" y="835793"/>
                  </a:lnTo>
                  <a:lnTo>
                    <a:pt x="538978" y="853737"/>
                  </a:lnTo>
                  <a:lnTo>
                    <a:pt x="513148" y="865446"/>
                  </a:lnTo>
                  <a:lnTo>
                    <a:pt x="484702" y="870143"/>
                  </a:lnTo>
                  <a:close/>
                </a:path>
              </a:pathLst>
            </a:custGeom>
            <a:solidFill>
              <a:srgbClr val="494E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2079053" y="5007235"/>
            <a:ext cx="3750945" cy="3750945"/>
            <a:chOff x="12079053" y="5007235"/>
            <a:chExt cx="3750945" cy="3750945"/>
          </a:xfrm>
        </p:grpSpPr>
        <p:sp>
          <p:nvSpPr>
            <p:cNvPr id="12" name="object 12"/>
            <p:cNvSpPr/>
            <p:nvPr/>
          </p:nvSpPr>
          <p:spPr>
            <a:xfrm>
              <a:off x="13954523" y="5007235"/>
              <a:ext cx="1783714" cy="1875789"/>
            </a:xfrm>
            <a:custGeom>
              <a:avLst/>
              <a:gdLst/>
              <a:ahLst/>
              <a:cxnLst/>
              <a:rect l="l" t="t" r="r" b="b"/>
              <a:pathLst>
                <a:path w="1783715" h="1875790">
                  <a:moveTo>
                    <a:pt x="0" y="1875469"/>
                  </a:moveTo>
                  <a:lnTo>
                    <a:pt x="0" y="0"/>
                  </a:lnTo>
                  <a:lnTo>
                    <a:pt x="36829" y="361"/>
                  </a:lnTo>
                  <a:lnTo>
                    <a:pt x="110403" y="3252"/>
                  </a:lnTo>
                  <a:lnTo>
                    <a:pt x="183835" y="9031"/>
                  </a:lnTo>
                  <a:lnTo>
                    <a:pt x="256955" y="17685"/>
                  </a:lnTo>
                  <a:lnTo>
                    <a:pt x="329707" y="29208"/>
                  </a:lnTo>
                  <a:lnTo>
                    <a:pt x="401923" y="43572"/>
                  </a:lnTo>
                  <a:lnTo>
                    <a:pt x="473547" y="60768"/>
                  </a:lnTo>
                  <a:lnTo>
                    <a:pt x="544413" y="80754"/>
                  </a:lnTo>
                  <a:lnTo>
                    <a:pt x="614467" y="103516"/>
                  </a:lnTo>
                  <a:lnTo>
                    <a:pt x="683546" y="129001"/>
                  </a:lnTo>
                  <a:lnTo>
                    <a:pt x="751598" y="157189"/>
                  </a:lnTo>
                  <a:lnTo>
                    <a:pt x="818466" y="188015"/>
                  </a:lnTo>
                  <a:lnTo>
                    <a:pt x="884096" y="221456"/>
                  </a:lnTo>
                  <a:lnTo>
                    <a:pt x="948339" y="257433"/>
                  </a:lnTo>
                  <a:lnTo>
                    <a:pt x="1011143" y="295920"/>
                  </a:lnTo>
                  <a:lnTo>
                    <a:pt x="1072365" y="336827"/>
                  </a:lnTo>
                  <a:lnTo>
                    <a:pt x="1131956" y="380123"/>
                  </a:lnTo>
                  <a:lnTo>
                    <a:pt x="1189780" y="425707"/>
                  </a:lnTo>
                  <a:lnTo>
                    <a:pt x="1245790" y="473544"/>
                  </a:lnTo>
                  <a:lnTo>
                    <a:pt x="1299859" y="523525"/>
                  </a:lnTo>
                  <a:lnTo>
                    <a:pt x="1351944" y="575610"/>
                  </a:lnTo>
                  <a:lnTo>
                    <a:pt x="1401924" y="629678"/>
                  </a:lnTo>
                  <a:lnTo>
                    <a:pt x="1449762" y="685689"/>
                  </a:lnTo>
                  <a:lnTo>
                    <a:pt x="1495346" y="743512"/>
                  </a:lnTo>
                  <a:lnTo>
                    <a:pt x="1538642" y="803104"/>
                  </a:lnTo>
                  <a:lnTo>
                    <a:pt x="1579549" y="864325"/>
                  </a:lnTo>
                  <a:lnTo>
                    <a:pt x="1618036" y="927130"/>
                  </a:lnTo>
                  <a:lnTo>
                    <a:pt x="1654013" y="991372"/>
                  </a:lnTo>
                  <a:lnTo>
                    <a:pt x="1687454" y="1057003"/>
                  </a:lnTo>
                  <a:lnTo>
                    <a:pt x="1718280" y="1123870"/>
                  </a:lnTo>
                  <a:lnTo>
                    <a:pt x="1746468" y="1191922"/>
                  </a:lnTo>
                  <a:lnTo>
                    <a:pt x="1771953" y="1261002"/>
                  </a:lnTo>
                  <a:lnTo>
                    <a:pt x="1783677" y="1295917"/>
                  </a:lnTo>
                  <a:lnTo>
                    <a:pt x="0" y="1875469"/>
                  </a:lnTo>
                  <a:close/>
                </a:path>
              </a:pathLst>
            </a:custGeom>
            <a:solidFill>
              <a:srgbClr val="6BE4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954523" y="6303152"/>
              <a:ext cx="1875789" cy="2097405"/>
            </a:xfrm>
            <a:custGeom>
              <a:avLst/>
              <a:gdLst/>
              <a:ahLst/>
              <a:cxnLst/>
              <a:rect l="l" t="t" r="r" b="b"/>
              <a:pathLst>
                <a:path w="1875790" h="2097404">
                  <a:moveTo>
                    <a:pt x="1102373" y="2096838"/>
                  </a:moveTo>
                  <a:lnTo>
                    <a:pt x="0" y="579551"/>
                  </a:lnTo>
                  <a:lnTo>
                    <a:pt x="1783677" y="0"/>
                  </a:lnTo>
                  <a:lnTo>
                    <a:pt x="1794714" y="35138"/>
                  </a:lnTo>
                  <a:lnTo>
                    <a:pt x="1814701" y="106004"/>
                  </a:lnTo>
                  <a:lnTo>
                    <a:pt x="1831896" y="177628"/>
                  </a:lnTo>
                  <a:lnTo>
                    <a:pt x="1846261" y="249844"/>
                  </a:lnTo>
                  <a:lnTo>
                    <a:pt x="1857784" y="322596"/>
                  </a:lnTo>
                  <a:lnTo>
                    <a:pt x="1866438" y="395716"/>
                  </a:lnTo>
                  <a:lnTo>
                    <a:pt x="1872217" y="469148"/>
                  </a:lnTo>
                  <a:lnTo>
                    <a:pt x="1875108" y="542722"/>
                  </a:lnTo>
                  <a:lnTo>
                    <a:pt x="1875469" y="579551"/>
                  </a:lnTo>
                  <a:lnTo>
                    <a:pt x="1875108" y="616381"/>
                  </a:lnTo>
                  <a:lnTo>
                    <a:pt x="1872217" y="689955"/>
                  </a:lnTo>
                  <a:lnTo>
                    <a:pt x="1866438" y="763387"/>
                  </a:lnTo>
                  <a:lnTo>
                    <a:pt x="1857784" y="836507"/>
                  </a:lnTo>
                  <a:lnTo>
                    <a:pt x="1846261" y="909259"/>
                  </a:lnTo>
                  <a:lnTo>
                    <a:pt x="1831896" y="981475"/>
                  </a:lnTo>
                  <a:lnTo>
                    <a:pt x="1814701" y="1053099"/>
                  </a:lnTo>
                  <a:lnTo>
                    <a:pt x="1794715" y="1123965"/>
                  </a:lnTo>
                  <a:lnTo>
                    <a:pt x="1771953" y="1194019"/>
                  </a:lnTo>
                  <a:lnTo>
                    <a:pt x="1746468" y="1263098"/>
                  </a:lnTo>
                  <a:lnTo>
                    <a:pt x="1718280" y="1331150"/>
                  </a:lnTo>
                  <a:lnTo>
                    <a:pt x="1687454" y="1398018"/>
                  </a:lnTo>
                  <a:lnTo>
                    <a:pt x="1654013" y="1463648"/>
                  </a:lnTo>
                  <a:lnTo>
                    <a:pt x="1618036" y="1527891"/>
                  </a:lnTo>
                  <a:lnTo>
                    <a:pt x="1579549" y="1590695"/>
                  </a:lnTo>
                  <a:lnTo>
                    <a:pt x="1538642" y="1651917"/>
                  </a:lnTo>
                  <a:lnTo>
                    <a:pt x="1495346" y="1711508"/>
                  </a:lnTo>
                  <a:lnTo>
                    <a:pt x="1449762" y="1769332"/>
                  </a:lnTo>
                  <a:lnTo>
                    <a:pt x="1401924" y="1825342"/>
                  </a:lnTo>
                  <a:lnTo>
                    <a:pt x="1351944" y="1879411"/>
                  </a:lnTo>
                  <a:lnTo>
                    <a:pt x="1299859" y="1931496"/>
                  </a:lnTo>
                  <a:lnTo>
                    <a:pt x="1245790" y="1981476"/>
                  </a:lnTo>
                  <a:lnTo>
                    <a:pt x="1189780" y="2029314"/>
                  </a:lnTo>
                  <a:lnTo>
                    <a:pt x="1131956" y="2074898"/>
                  </a:lnTo>
                  <a:lnTo>
                    <a:pt x="1102373" y="2096838"/>
                  </a:lnTo>
                  <a:close/>
                </a:path>
              </a:pathLst>
            </a:custGeom>
            <a:solidFill>
              <a:srgbClr val="40B8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852149" y="6882704"/>
              <a:ext cx="2205355" cy="1875789"/>
            </a:xfrm>
            <a:custGeom>
              <a:avLst/>
              <a:gdLst/>
              <a:ahLst/>
              <a:cxnLst/>
              <a:rect l="l" t="t" r="r" b="b"/>
              <a:pathLst>
                <a:path w="2205355" h="1875790">
                  <a:moveTo>
                    <a:pt x="1102373" y="1875469"/>
                  </a:moveTo>
                  <a:lnTo>
                    <a:pt x="1028742" y="1874024"/>
                  </a:lnTo>
                  <a:lnTo>
                    <a:pt x="955225" y="1869688"/>
                  </a:lnTo>
                  <a:lnTo>
                    <a:pt x="881935" y="1862470"/>
                  </a:lnTo>
                  <a:lnTo>
                    <a:pt x="808985" y="1852379"/>
                  </a:lnTo>
                  <a:lnTo>
                    <a:pt x="736487" y="1839433"/>
                  </a:lnTo>
                  <a:lnTo>
                    <a:pt x="664553" y="1823650"/>
                  </a:lnTo>
                  <a:lnTo>
                    <a:pt x="593294" y="1805056"/>
                  </a:lnTo>
                  <a:lnTo>
                    <a:pt x="522821" y="1783677"/>
                  </a:lnTo>
                  <a:lnTo>
                    <a:pt x="453241" y="1759549"/>
                  </a:lnTo>
                  <a:lnTo>
                    <a:pt x="384662" y="1732708"/>
                  </a:lnTo>
                  <a:lnTo>
                    <a:pt x="317189" y="1703195"/>
                  </a:lnTo>
                  <a:lnTo>
                    <a:pt x="250927" y="1671055"/>
                  </a:lnTo>
                  <a:lnTo>
                    <a:pt x="185978" y="1636340"/>
                  </a:lnTo>
                  <a:lnTo>
                    <a:pt x="122443" y="1599100"/>
                  </a:lnTo>
                  <a:lnTo>
                    <a:pt x="60417" y="1559396"/>
                  </a:lnTo>
                  <a:lnTo>
                    <a:pt x="0" y="1517286"/>
                  </a:lnTo>
                  <a:lnTo>
                    <a:pt x="1102373" y="0"/>
                  </a:lnTo>
                  <a:lnTo>
                    <a:pt x="2204746" y="1517286"/>
                  </a:lnTo>
                  <a:lnTo>
                    <a:pt x="2174738" y="1538642"/>
                  </a:lnTo>
                  <a:lnTo>
                    <a:pt x="2113517" y="1579549"/>
                  </a:lnTo>
                  <a:lnTo>
                    <a:pt x="2050712" y="1618036"/>
                  </a:lnTo>
                  <a:lnTo>
                    <a:pt x="1986470" y="1654013"/>
                  </a:lnTo>
                  <a:lnTo>
                    <a:pt x="1920839" y="1687454"/>
                  </a:lnTo>
                  <a:lnTo>
                    <a:pt x="1853972" y="1718280"/>
                  </a:lnTo>
                  <a:lnTo>
                    <a:pt x="1785920" y="1746468"/>
                  </a:lnTo>
                  <a:lnTo>
                    <a:pt x="1716840" y="1771953"/>
                  </a:lnTo>
                  <a:lnTo>
                    <a:pt x="1646786" y="1794715"/>
                  </a:lnTo>
                  <a:lnTo>
                    <a:pt x="1575920" y="1814701"/>
                  </a:lnTo>
                  <a:lnTo>
                    <a:pt x="1504296" y="1831896"/>
                  </a:lnTo>
                  <a:lnTo>
                    <a:pt x="1432080" y="1846261"/>
                  </a:lnTo>
                  <a:lnTo>
                    <a:pt x="1359328" y="1857784"/>
                  </a:lnTo>
                  <a:lnTo>
                    <a:pt x="1286208" y="1866438"/>
                  </a:lnTo>
                  <a:lnTo>
                    <a:pt x="1212776" y="1872217"/>
                  </a:lnTo>
                  <a:lnTo>
                    <a:pt x="1139202" y="1875108"/>
                  </a:lnTo>
                  <a:lnTo>
                    <a:pt x="1102373" y="1875469"/>
                  </a:lnTo>
                  <a:close/>
                </a:path>
              </a:pathLst>
            </a:custGeom>
            <a:solidFill>
              <a:srgbClr val="2D8B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079053" y="6303152"/>
              <a:ext cx="1875789" cy="2097405"/>
            </a:xfrm>
            <a:custGeom>
              <a:avLst/>
              <a:gdLst/>
              <a:ahLst/>
              <a:cxnLst/>
              <a:rect l="l" t="t" r="r" b="b"/>
              <a:pathLst>
                <a:path w="1875790" h="2097404">
                  <a:moveTo>
                    <a:pt x="773096" y="2096838"/>
                  </a:moveTo>
                  <a:lnTo>
                    <a:pt x="714377" y="2052390"/>
                  </a:lnTo>
                  <a:lnTo>
                    <a:pt x="657449" y="2005670"/>
                  </a:lnTo>
                  <a:lnTo>
                    <a:pt x="602398" y="1956752"/>
                  </a:lnTo>
                  <a:lnTo>
                    <a:pt x="549312" y="1905709"/>
                  </a:lnTo>
                  <a:lnTo>
                    <a:pt x="498269" y="1852622"/>
                  </a:lnTo>
                  <a:lnTo>
                    <a:pt x="449351" y="1797572"/>
                  </a:lnTo>
                  <a:lnTo>
                    <a:pt x="402630" y="1740644"/>
                  </a:lnTo>
                  <a:lnTo>
                    <a:pt x="358182" y="1681925"/>
                  </a:lnTo>
                  <a:lnTo>
                    <a:pt x="316073" y="1621507"/>
                  </a:lnTo>
                  <a:lnTo>
                    <a:pt x="276368" y="1559482"/>
                  </a:lnTo>
                  <a:lnTo>
                    <a:pt x="239129" y="1495946"/>
                  </a:lnTo>
                  <a:lnTo>
                    <a:pt x="204413" y="1430997"/>
                  </a:lnTo>
                  <a:lnTo>
                    <a:pt x="172274" y="1364735"/>
                  </a:lnTo>
                  <a:lnTo>
                    <a:pt x="142761" y="1297263"/>
                  </a:lnTo>
                  <a:lnTo>
                    <a:pt x="115919" y="1228684"/>
                  </a:lnTo>
                  <a:lnTo>
                    <a:pt x="91792" y="1159104"/>
                  </a:lnTo>
                  <a:lnTo>
                    <a:pt x="70413" y="1088630"/>
                  </a:lnTo>
                  <a:lnTo>
                    <a:pt x="51819" y="1017371"/>
                  </a:lnTo>
                  <a:lnTo>
                    <a:pt x="36035" y="945438"/>
                  </a:lnTo>
                  <a:lnTo>
                    <a:pt x="23090" y="872940"/>
                  </a:lnTo>
                  <a:lnTo>
                    <a:pt x="12999" y="799989"/>
                  </a:lnTo>
                  <a:lnTo>
                    <a:pt x="5781" y="726699"/>
                  </a:lnTo>
                  <a:lnTo>
                    <a:pt x="1445" y="653182"/>
                  </a:lnTo>
                  <a:lnTo>
                    <a:pt x="0" y="579552"/>
                  </a:lnTo>
                  <a:lnTo>
                    <a:pt x="361" y="542722"/>
                  </a:lnTo>
                  <a:lnTo>
                    <a:pt x="3251" y="469148"/>
                  </a:lnTo>
                  <a:lnTo>
                    <a:pt x="9031" y="395716"/>
                  </a:lnTo>
                  <a:lnTo>
                    <a:pt x="17685" y="322596"/>
                  </a:lnTo>
                  <a:lnTo>
                    <a:pt x="29208" y="249844"/>
                  </a:lnTo>
                  <a:lnTo>
                    <a:pt x="43572" y="177628"/>
                  </a:lnTo>
                  <a:lnTo>
                    <a:pt x="60768" y="106004"/>
                  </a:lnTo>
                  <a:lnTo>
                    <a:pt x="80754" y="35138"/>
                  </a:lnTo>
                  <a:lnTo>
                    <a:pt x="91792" y="0"/>
                  </a:lnTo>
                  <a:lnTo>
                    <a:pt x="1875469" y="579551"/>
                  </a:lnTo>
                  <a:lnTo>
                    <a:pt x="773096" y="2096838"/>
                  </a:lnTo>
                  <a:close/>
                </a:path>
              </a:pathLst>
            </a:custGeom>
            <a:solidFill>
              <a:srgbClr val="2E5E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170845" y="5007235"/>
              <a:ext cx="1783714" cy="1875789"/>
            </a:xfrm>
            <a:custGeom>
              <a:avLst/>
              <a:gdLst/>
              <a:ahLst/>
              <a:cxnLst/>
              <a:rect l="l" t="t" r="r" b="b"/>
              <a:pathLst>
                <a:path w="1783715" h="1875790">
                  <a:moveTo>
                    <a:pt x="1783677" y="1875469"/>
                  </a:moveTo>
                  <a:lnTo>
                    <a:pt x="0" y="1295917"/>
                  </a:lnTo>
                  <a:lnTo>
                    <a:pt x="11723" y="1261005"/>
                  </a:lnTo>
                  <a:lnTo>
                    <a:pt x="24125" y="1226342"/>
                  </a:lnTo>
                  <a:lnTo>
                    <a:pt x="50964" y="1157769"/>
                  </a:lnTo>
                  <a:lnTo>
                    <a:pt x="80474" y="1090301"/>
                  </a:lnTo>
                  <a:lnTo>
                    <a:pt x="112611" y="1024045"/>
                  </a:lnTo>
                  <a:lnTo>
                    <a:pt x="147322" y="959100"/>
                  </a:lnTo>
                  <a:lnTo>
                    <a:pt x="184558" y="895569"/>
                  </a:lnTo>
                  <a:lnTo>
                    <a:pt x="224258" y="833548"/>
                  </a:lnTo>
                  <a:lnTo>
                    <a:pt x="266363" y="773134"/>
                  </a:lnTo>
                  <a:lnTo>
                    <a:pt x="310806" y="714418"/>
                  </a:lnTo>
                  <a:lnTo>
                    <a:pt x="357520" y="657494"/>
                  </a:lnTo>
                  <a:lnTo>
                    <a:pt x="406433" y="602446"/>
                  </a:lnTo>
                  <a:lnTo>
                    <a:pt x="457470" y="549361"/>
                  </a:lnTo>
                  <a:lnTo>
                    <a:pt x="510550" y="498321"/>
                  </a:lnTo>
                  <a:lnTo>
                    <a:pt x="565594" y="449404"/>
                  </a:lnTo>
                  <a:lnTo>
                    <a:pt x="622516" y="402685"/>
                  </a:lnTo>
                  <a:lnTo>
                    <a:pt x="681228" y="358237"/>
                  </a:lnTo>
                  <a:lnTo>
                    <a:pt x="741639" y="316128"/>
                  </a:lnTo>
                  <a:lnTo>
                    <a:pt x="803657" y="276423"/>
                  </a:lnTo>
                  <a:lnTo>
                    <a:pt x="867185" y="239183"/>
                  </a:lnTo>
                  <a:lnTo>
                    <a:pt x="932127" y="204466"/>
                  </a:lnTo>
                  <a:lnTo>
                    <a:pt x="998381" y="172325"/>
                  </a:lnTo>
                  <a:lnTo>
                    <a:pt x="1065847" y="142810"/>
                  </a:lnTo>
                  <a:lnTo>
                    <a:pt x="1134418" y="115966"/>
                  </a:lnTo>
                  <a:lnTo>
                    <a:pt x="1203991" y="91835"/>
                  </a:lnTo>
                  <a:lnTo>
                    <a:pt x="1274458" y="70453"/>
                  </a:lnTo>
                  <a:lnTo>
                    <a:pt x="1345709" y="51854"/>
                  </a:lnTo>
                  <a:lnTo>
                    <a:pt x="1417636" y="36066"/>
                  </a:lnTo>
                  <a:lnTo>
                    <a:pt x="1490127" y="23115"/>
                  </a:lnTo>
                  <a:lnTo>
                    <a:pt x="1563070" y="13019"/>
                  </a:lnTo>
                  <a:lnTo>
                    <a:pt x="1636354" y="5794"/>
                  </a:lnTo>
                  <a:lnTo>
                    <a:pt x="1709865" y="1452"/>
                  </a:lnTo>
                  <a:lnTo>
                    <a:pt x="1783490" y="0"/>
                  </a:lnTo>
                  <a:lnTo>
                    <a:pt x="1783677" y="1875469"/>
                  </a:lnTo>
                  <a:close/>
                </a:path>
              </a:pathLst>
            </a:custGeom>
            <a:solidFill>
              <a:srgbClr val="3134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4996774" y="4927388"/>
            <a:ext cx="466090" cy="3695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1345"/>
              </a:lnSpc>
              <a:spcBef>
                <a:spcPts val="114"/>
              </a:spcBef>
            </a:pPr>
            <a:r>
              <a:rPr sz="1150" dirty="0">
                <a:latin typeface="Lucida Sans Unicode"/>
                <a:cs typeface="Lucida Sans Unicode"/>
              </a:rPr>
              <a:t>Item</a:t>
            </a:r>
            <a:r>
              <a:rPr sz="1150" spc="-15" dirty="0">
                <a:latin typeface="Lucida Sans Unicode"/>
                <a:cs typeface="Lucida Sans Unicode"/>
              </a:rPr>
              <a:t> </a:t>
            </a:r>
            <a:r>
              <a:rPr sz="1150" spc="-50" dirty="0">
                <a:latin typeface="Lucida Sans Unicode"/>
                <a:cs typeface="Lucida Sans Unicode"/>
              </a:rPr>
              <a:t>1</a:t>
            </a:r>
            <a:endParaRPr sz="1150">
              <a:latin typeface="Lucida Sans Unicode"/>
              <a:cs typeface="Lucida Sans Unicode"/>
            </a:endParaRPr>
          </a:p>
          <a:p>
            <a:pPr marL="84455">
              <a:lnSpc>
                <a:spcPts val="1345"/>
              </a:lnSpc>
            </a:pPr>
            <a:r>
              <a:rPr sz="1150" spc="45" dirty="0">
                <a:latin typeface="Lucida Sans Unicode"/>
                <a:cs typeface="Lucida Sans Unicode"/>
              </a:rPr>
              <a:t>20%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799492" y="7368826"/>
            <a:ext cx="468630" cy="3695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1345"/>
              </a:lnSpc>
              <a:spcBef>
                <a:spcPts val="114"/>
              </a:spcBef>
            </a:pPr>
            <a:r>
              <a:rPr sz="1150" dirty="0">
                <a:latin typeface="Lucida Sans Unicode"/>
                <a:cs typeface="Lucida Sans Unicode"/>
              </a:rPr>
              <a:t>Item</a:t>
            </a:r>
            <a:r>
              <a:rPr sz="1150" spc="-15" dirty="0">
                <a:latin typeface="Lucida Sans Unicode"/>
                <a:cs typeface="Lucida Sans Unicode"/>
              </a:rPr>
              <a:t> </a:t>
            </a:r>
            <a:r>
              <a:rPr sz="1150" spc="-50" dirty="0">
                <a:latin typeface="Lucida Sans Unicode"/>
                <a:cs typeface="Lucida Sans Unicode"/>
              </a:rPr>
              <a:t>2</a:t>
            </a:r>
            <a:endParaRPr sz="1150">
              <a:latin typeface="Lucida Sans Unicode"/>
              <a:cs typeface="Lucida Sans Unicode"/>
            </a:endParaRPr>
          </a:p>
          <a:p>
            <a:pPr marL="81915">
              <a:lnSpc>
                <a:spcPts val="1345"/>
              </a:lnSpc>
            </a:pPr>
            <a:r>
              <a:rPr sz="1150" spc="45" dirty="0">
                <a:latin typeface="Lucida Sans Unicode"/>
                <a:cs typeface="Lucida Sans Unicode"/>
              </a:rPr>
              <a:t>20%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714624" y="8776442"/>
            <a:ext cx="473709" cy="3695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1345"/>
              </a:lnSpc>
              <a:spcBef>
                <a:spcPts val="114"/>
              </a:spcBef>
            </a:pPr>
            <a:r>
              <a:rPr sz="1150" dirty="0">
                <a:latin typeface="Lucida Sans Unicode"/>
                <a:cs typeface="Lucida Sans Unicode"/>
              </a:rPr>
              <a:t>Item</a:t>
            </a:r>
            <a:r>
              <a:rPr sz="1150" spc="-15" dirty="0">
                <a:latin typeface="Lucida Sans Unicode"/>
                <a:cs typeface="Lucida Sans Unicode"/>
              </a:rPr>
              <a:t> </a:t>
            </a:r>
            <a:r>
              <a:rPr sz="1150" spc="-50" dirty="0">
                <a:latin typeface="Lucida Sans Unicode"/>
                <a:cs typeface="Lucida Sans Unicode"/>
              </a:rPr>
              <a:t>3</a:t>
            </a:r>
            <a:endParaRPr sz="1150">
              <a:latin typeface="Lucida Sans Unicode"/>
              <a:cs typeface="Lucida Sans Unicode"/>
            </a:endParaRPr>
          </a:p>
          <a:p>
            <a:pPr marL="84455">
              <a:lnSpc>
                <a:spcPts val="1345"/>
              </a:lnSpc>
            </a:pPr>
            <a:r>
              <a:rPr sz="1150" spc="45" dirty="0">
                <a:latin typeface="Lucida Sans Unicode"/>
                <a:cs typeface="Lucida Sans Unicode"/>
              </a:rPr>
              <a:t>20%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621074" y="7370925"/>
            <a:ext cx="476884" cy="3695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1345"/>
              </a:lnSpc>
              <a:spcBef>
                <a:spcPts val="114"/>
              </a:spcBef>
            </a:pPr>
            <a:r>
              <a:rPr sz="1150" dirty="0">
                <a:latin typeface="Lucida Sans Unicode"/>
                <a:cs typeface="Lucida Sans Unicode"/>
              </a:rPr>
              <a:t>Item</a:t>
            </a:r>
            <a:r>
              <a:rPr sz="1150" spc="-15" dirty="0">
                <a:latin typeface="Lucida Sans Unicode"/>
                <a:cs typeface="Lucida Sans Unicode"/>
              </a:rPr>
              <a:t> </a:t>
            </a:r>
            <a:r>
              <a:rPr sz="1150" spc="-50" dirty="0">
                <a:latin typeface="Lucida Sans Unicode"/>
                <a:cs typeface="Lucida Sans Unicode"/>
              </a:rPr>
              <a:t>4</a:t>
            </a:r>
            <a:endParaRPr sz="1150">
              <a:latin typeface="Lucida Sans Unicode"/>
              <a:cs typeface="Lucida Sans Unicode"/>
            </a:endParaRPr>
          </a:p>
          <a:p>
            <a:pPr marL="88900">
              <a:lnSpc>
                <a:spcPts val="1345"/>
              </a:lnSpc>
            </a:pPr>
            <a:r>
              <a:rPr sz="1150" spc="45" dirty="0">
                <a:latin typeface="Lucida Sans Unicode"/>
                <a:cs typeface="Lucida Sans Unicode"/>
              </a:rPr>
              <a:t>20%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429363" y="4926375"/>
            <a:ext cx="474980" cy="3695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1345"/>
              </a:lnSpc>
              <a:spcBef>
                <a:spcPts val="114"/>
              </a:spcBef>
            </a:pPr>
            <a:r>
              <a:rPr sz="1150" dirty="0">
                <a:latin typeface="Lucida Sans Unicode"/>
                <a:cs typeface="Lucida Sans Unicode"/>
              </a:rPr>
              <a:t>Item</a:t>
            </a:r>
            <a:r>
              <a:rPr sz="1150" spc="-15" dirty="0">
                <a:latin typeface="Lucida Sans Unicode"/>
                <a:cs typeface="Lucida Sans Unicode"/>
              </a:rPr>
              <a:t> </a:t>
            </a:r>
            <a:r>
              <a:rPr sz="1150" spc="-50" dirty="0">
                <a:latin typeface="Lucida Sans Unicode"/>
                <a:cs typeface="Lucida Sans Unicode"/>
              </a:rPr>
              <a:t>5</a:t>
            </a:r>
            <a:endParaRPr sz="1150">
              <a:latin typeface="Lucida Sans Unicode"/>
              <a:cs typeface="Lucida Sans Unicode"/>
            </a:endParaRPr>
          </a:p>
          <a:p>
            <a:pPr marL="86995">
              <a:lnSpc>
                <a:spcPts val="1345"/>
              </a:lnSpc>
            </a:pPr>
            <a:r>
              <a:rPr sz="1150" spc="45" dirty="0">
                <a:latin typeface="Lucida Sans Unicode"/>
                <a:cs typeface="Lucida Sans Unicode"/>
              </a:rPr>
              <a:t>20%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23625" y="4865697"/>
            <a:ext cx="4013200" cy="1319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7900"/>
              </a:lnSpc>
              <a:spcBef>
                <a:spcPts val="90"/>
              </a:spcBef>
            </a:pPr>
            <a:r>
              <a:rPr sz="1800" dirty="0">
                <a:solidFill>
                  <a:srgbClr val="2F3641"/>
                </a:solidFill>
                <a:latin typeface="Lucida Sans Unicode"/>
                <a:cs typeface="Lucida Sans Unicode"/>
              </a:rPr>
              <a:t>Lorem</a:t>
            </a:r>
            <a:r>
              <a:rPr sz="1800" spc="-3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1800" spc="65" dirty="0">
                <a:solidFill>
                  <a:srgbClr val="2F3641"/>
                </a:solidFill>
                <a:latin typeface="Lucida Sans Unicode"/>
                <a:cs typeface="Lucida Sans Unicode"/>
              </a:rPr>
              <a:t>ipsum</a:t>
            </a:r>
            <a:r>
              <a:rPr sz="1800" spc="-3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F3641"/>
                </a:solidFill>
                <a:latin typeface="Lucida Sans Unicode"/>
                <a:cs typeface="Lucida Sans Unicode"/>
              </a:rPr>
              <a:t>dolor</a:t>
            </a:r>
            <a:r>
              <a:rPr sz="1800" spc="-3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F3641"/>
                </a:solidFill>
                <a:latin typeface="Lucida Sans Unicode"/>
                <a:cs typeface="Lucida Sans Unicode"/>
              </a:rPr>
              <a:t>sit</a:t>
            </a:r>
            <a:r>
              <a:rPr sz="1800" spc="-3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1800" spc="45" dirty="0">
                <a:solidFill>
                  <a:srgbClr val="2F3641"/>
                </a:solidFill>
                <a:latin typeface="Lucida Sans Unicode"/>
                <a:cs typeface="Lucida Sans Unicode"/>
              </a:rPr>
              <a:t>amet, </a:t>
            </a:r>
            <a:r>
              <a:rPr sz="1800" spc="65" dirty="0">
                <a:solidFill>
                  <a:srgbClr val="2F3641"/>
                </a:solidFill>
                <a:latin typeface="Lucida Sans Unicode"/>
                <a:cs typeface="Lucida Sans Unicode"/>
              </a:rPr>
              <a:t>consectetur</a:t>
            </a:r>
            <a:r>
              <a:rPr sz="1800" spc="-6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2F3641"/>
                </a:solidFill>
                <a:latin typeface="Lucida Sans Unicode"/>
                <a:cs typeface="Lucida Sans Unicode"/>
              </a:rPr>
              <a:t>adipiscing</a:t>
            </a:r>
            <a:r>
              <a:rPr sz="1800" spc="-6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1800" spc="-55" dirty="0">
                <a:solidFill>
                  <a:srgbClr val="2F3641"/>
                </a:solidFill>
                <a:latin typeface="Lucida Sans Unicode"/>
                <a:cs typeface="Lucida Sans Unicode"/>
              </a:rPr>
              <a:t>elit,</a:t>
            </a:r>
            <a:r>
              <a:rPr sz="1800" spc="-6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1800" spc="85" dirty="0">
                <a:solidFill>
                  <a:srgbClr val="2F3641"/>
                </a:solidFill>
                <a:latin typeface="Lucida Sans Unicode"/>
                <a:cs typeface="Lucida Sans Unicode"/>
              </a:rPr>
              <a:t>sed</a:t>
            </a:r>
            <a:r>
              <a:rPr sz="1800" spc="-6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2F3641"/>
                </a:solidFill>
                <a:latin typeface="Lucida Sans Unicode"/>
                <a:cs typeface="Lucida Sans Unicode"/>
              </a:rPr>
              <a:t>do </a:t>
            </a:r>
            <a:r>
              <a:rPr sz="1800" spc="70" dirty="0">
                <a:solidFill>
                  <a:srgbClr val="2F3641"/>
                </a:solidFill>
                <a:latin typeface="Lucida Sans Unicode"/>
                <a:cs typeface="Lucida Sans Unicode"/>
              </a:rPr>
              <a:t>eiusmod</a:t>
            </a:r>
            <a:r>
              <a:rPr sz="1800" spc="2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1800" spc="70" dirty="0">
                <a:solidFill>
                  <a:srgbClr val="2F3641"/>
                </a:solidFill>
                <a:latin typeface="Lucida Sans Unicode"/>
                <a:cs typeface="Lucida Sans Unicode"/>
              </a:rPr>
              <a:t>tempor</a:t>
            </a:r>
            <a:r>
              <a:rPr sz="1800" spc="2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F3641"/>
                </a:solidFill>
                <a:latin typeface="Lucida Sans Unicode"/>
                <a:cs typeface="Lucida Sans Unicode"/>
              </a:rPr>
              <a:t>incididunt</a:t>
            </a:r>
            <a:r>
              <a:rPr sz="1800" spc="2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1800" spc="-35" dirty="0">
                <a:solidFill>
                  <a:srgbClr val="2F3641"/>
                </a:solidFill>
                <a:latin typeface="Lucida Sans Unicode"/>
                <a:cs typeface="Lucida Sans Unicode"/>
              </a:rPr>
              <a:t>ut </a:t>
            </a:r>
            <a:r>
              <a:rPr sz="1800" spc="60" dirty="0">
                <a:solidFill>
                  <a:srgbClr val="2F3641"/>
                </a:solidFill>
                <a:latin typeface="Lucida Sans Unicode"/>
                <a:cs typeface="Lucida Sans Unicode"/>
              </a:rPr>
              <a:t>labore</a:t>
            </a:r>
            <a:r>
              <a:rPr sz="1800" spc="-7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2F3641"/>
                </a:solidFill>
                <a:latin typeface="Lucida Sans Unicode"/>
                <a:cs typeface="Lucida Sans Unicode"/>
              </a:rPr>
              <a:t>et</a:t>
            </a:r>
            <a:r>
              <a:rPr sz="1800" spc="-6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2F3641"/>
                </a:solidFill>
                <a:latin typeface="Lucida Sans Unicode"/>
                <a:cs typeface="Lucida Sans Unicode"/>
              </a:rPr>
              <a:t>dolore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23625" y="7778536"/>
            <a:ext cx="4013200" cy="1319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7900"/>
              </a:lnSpc>
              <a:spcBef>
                <a:spcPts val="90"/>
              </a:spcBef>
            </a:pPr>
            <a:r>
              <a:rPr sz="1800" dirty="0">
                <a:solidFill>
                  <a:srgbClr val="2F3641"/>
                </a:solidFill>
                <a:latin typeface="Lucida Sans Unicode"/>
                <a:cs typeface="Lucida Sans Unicode"/>
              </a:rPr>
              <a:t>Lorem</a:t>
            </a:r>
            <a:r>
              <a:rPr sz="1800" spc="-3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1800" spc="65" dirty="0">
                <a:solidFill>
                  <a:srgbClr val="2F3641"/>
                </a:solidFill>
                <a:latin typeface="Lucida Sans Unicode"/>
                <a:cs typeface="Lucida Sans Unicode"/>
              </a:rPr>
              <a:t>ipsum</a:t>
            </a:r>
            <a:r>
              <a:rPr sz="1800" spc="-3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F3641"/>
                </a:solidFill>
                <a:latin typeface="Lucida Sans Unicode"/>
                <a:cs typeface="Lucida Sans Unicode"/>
              </a:rPr>
              <a:t>dolor</a:t>
            </a:r>
            <a:r>
              <a:rPr sz="1800" spc="-3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F3641"/>
                </a:solidFill>
                <a:latin typeface="Lucida Sans Unicode"/>
                <a:cs typeface="Lucida Sans Unicode"/>
              </a:rPr>
              <a:t>sit</a:t>
            </a:r>
            <a:r>
              <a:rPr sz="1800" spc="-3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1800" spc="45" dirty="0">
                <a:solidFill>
                  <a:srgbClr val="2F3641"/>
                </a:solidFill>
                <a:latin typeface="Lucida Sans Unicode"/>
                <a:cs typeface="Lucida Sans Unicode"/>
              </a:rPr>
              <a:t>amet, </a:t>
            </a:r>
            <a:r>
              <a:rPr sz="1800" spc="65" dirty="0">
                <a:solidFill>
                  <a:srgbClr val="2F3641"/>
                </a:solidFill>
                <a:latin typeface="Lucida Sans Unicode"/>
                <a:cs typeface="Lucida Sans Unicode"/>
              </a:rPr>
              <a:t>consectetur</a:t>
            </a:r>
            <a:r>
              <a:rPr sz="1800" spc="-6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2F3641"/>
                </a:solidFill>
                <a:latin typeface="Lucida Sans Unicode"/>
                <a:cs typeface="Lucida Sans Unicode"/>
              </a:rPr>
              <a:t>adipiscing</a:t>
            </a:r>
            <a:r>
              <a:rPr sz="1800" spc="-6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1800" spc="-55" dirty="0">
                <a:solidFill>
                  <a:srgbClr val="2F3641"/>
                </a:solidFill>
                <a:latin typeface="Lucida Sans Unicode"/>
                <a:cs typeface="Lucida Sans Unicode"/>
              </a:rPr>
              <a:t>elit,</a:t>
            </a:r>
            <a:r>
              <a:rPr sz="1800" spc="-6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1800" spc="85" dirty="0">
                <a:solidFill>
                  <a:srgbClr val="2F3641"/>
                </a:solidFill>
                <a:latin typeface="Lucida Sans Unicode"/>
                <a:cs typeface="Lucida Sans Unicode"/>
              </a:rPr>
              <a:t>sed</a:t>
            </a:r>
            <a:r>
              <a:rPr sz="1800" spc="-6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2F3641"/>
                </a:solidFill>
                <a:latin typeface="Lucida Sans Unicode"/>
                <a:cs typeface="Lucida Sans Unicode"/>
              </a:rPr>
              <a:t>do </a:t>
            </a:r>
            <a:r>
              <a:rPr sz="1800" spc="70" dirty="0">
                <a:solidFill>
                  <a:srgbClr val="2F3641"/>
                </a:solidFill>
                <a:latin typeface="Lucida Sans Unicode"/>
                <a:cs typeface="Lucida Sans Unicode"/>
              </a:rPr>
              <a:t>eiusmod</a:t>
            </a:r>
            <a:r>
              <a:rPr sz="1800" spc="2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1800" spc="70" dirty="0">
                <a:solidFill>
                  <a:srgbClr val="2F3641"/>
                </a:solidFill>
                <a:latin typeface="Lucida Sans Unicode"/>
                <a:cs typeface="Lucida Sans Unicode"/>
              </a:rPr>
              <a:t>tempor</a:t>
            </a:r>
            <a:r>
              <a:rPr sz="1800" spc="2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F3641"/>
                </a:solidFill>
                <a:latin typeface="Lucida Sans Unicode"/>
                <a:cs typeface="Lucida Sans Unicode"/>
              </a:rPr>
              <a:t>incididunt</a:t>
            </a:r>
            <a:r>
              <a:rPr sz="1800" spc="2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1800" spc="-35" dirty="0">
                <a:solidFill>
                  <a:srgbClr val="2F3641"/>
                </a:solidFill>
                <a:latin typeface="Lucida Sans Unicode"/>
                <a:cs typeface="Lucida Sans Unicode"/>
              </a:rPr>
              <a:t>ut </a:t>
            </a:r>
            <a:r>
              <a:rPr sz="1800" spc="60" dirty="0">
                <a:solidFill>
                  <a:srgbClr val="2F3641"/>
                </a:solidFill>
                <a:latin typeface="Lucida Sans Unicode"/>
                <a:cs typeface="Lucida Sans Unicode"/>
              </a:rPr>
              <a:t>labore</a:t>
            </a:r>
            <a:r>
              <a:rPr sz="1800" spc="-70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1800" spc="55" dirty="0">
                <a:solidFill>
                  <a:srgbClr val="2F3641"/>
                </a:solidFill>
                <a:latin typeface="Lucida Sans Unicode"/>
                <a:cs typeface="Lucida Sans Unicode"/>
              </a:rPr>
              <a:t>et</a:t>
            </a:r>
            <a:r>
              <a:rPr sz="1800" spc="-65" dirty="0">
                <a:solidFill>
                  <a:srgbClr val="2F3641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2F3641"/>
                </a:solidFill>
                <a:latin typeface="Lucida Sans Unicode"/>
                <a:cs typeface="Lucida Sans Unicode"/>
              </a:rPr>
              <a:t>dolore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3124200"/>
            <a:ext cx="4544695" cy="1332865"/>
          </a:xfrm>
          <a:custGeom>
            <a:avLst/>
            <a:gdLst/>
            <a:ahLst/>
            <a:cxnLst/>
            <a:rect l="l" t="t" r="r" b="b"/>
            <a:pathLst>
              <a:path w="4544695" h="1332864">
                <a:moveTo>
                  <a:pt x="4060824" y="1332777"/>
                </a:moveTo>
                <a:lnTo>
                  <a:pt x="0" y="1332777"/>
                </a:lnTo>
                <a:lnTo>
                  <a:pt x="0" y="0"/>
                </a:lnTo>
                <a:lnTo>
                  <a:pt x="4060824" y="0"/>
                </a:lnTo>
                <a:lnTo>
                  <a:pt x="4108837" y="2377"/>
                </a:lnTo>
                <a:lnTo>
                  <a:pt x="4156037" y="9420"/>
                </a:lnTo>
                <a:lnTo>
                  <a:pt x="4202105" y="20997"/>
                </a:lnTo>
                <a:lnTo>
                  <a:pt x="4246723" y="36977"/>
                </a:lnTo>
                <a:lnTo>
                  <a:pt x="4289571" y="57227"/>
                </a:lnTo>
                <a:lnTo>
                  <a:pt x="4330333" y="81615"/>
                </a:lnTo>
                <a:lnTo>
                  <a:pt x="4368688" y="110010"/>
                </a:lnTo>
                <a:lnTo>
                  <a:pt x="4404319" y="142280"/>
                </a:lnTo>
                <a:lnTo>
                  <a:pt x="4436589" y="177911"/>
                </a:lnTo>
                <a:lnTo>
                  <a:pt x="4464983" y="216266"/>
                </a:lnTo>
                <a:lnTo>
                  <a:pt x="4489372" y="257028"/>
                </a:lnTo>
                <a:lnTo>
                  <a:pt x="4509622" y="299876"/>
                </a:lnTo>
                <a:lnTo>
                  <a:pt x="4525602" y="344494"/>
                </a:lnTo>
                <a:lnTo>
                  <a:pt x="4537179" y="390562"/>
                </a:lnTo>
                <a:lnTo>
                  <a:pt x="4544106" y="437762"/>
                </a:lnTo>
                <a:lnTo>
                  <a:pt x="4544106" y="895015"/>
                </a:lnTo>
                <a:lnTo>
                  <a:pt x="4537179" y="942215"/>
                </a:lnTo>
                <a:lnTo>
                  <a:pt x="4525602" y="988283"/>
                </a:lnTo>
                <a:lnTo>
                  <a:pt x="4509622" y="1032900"/>
                </a:lnTo>
                <a:lnTo>
                  <a:pt x="4489372" y="1075749"/>
                </a:lnTo>
                <a:lnTo>
                  <a:pt x="4464983" y="1116511"/>
                </a:lnTo>
                <a:lnTo>
                  <a:pt x="4436589" y="1154866"/>
                </a:lnTo>
                <a:lnTo>
                  <a:pt x="4404319" y="1190497"/>
                </a:lnTo>
                <a:lnTo>
                  <a:pt x="4368688" y="1222767"/>
                </a:lnTo>
                <a:lnTo>
                  <a:pt x="4330333" y="1251161"/>
                </a:lnTo>
                <a:lnTo>
                  <a:pt x="4289571" y="1275550"/>
                </a:lnTo>
                <a:lnTo>
                  <a:pt x="4246723" y="1295800"/>
                </a:lnTo>
                <a:lnTo>
                  <a:pt x="4202105" y="1311780"/>
                </a:lnTo>
                <a:lnTo>
                  <a:pt x="4156037" y="1323357"/>
                </a:lnTo>
                <a:lnTo>
                  <a:pt x="4108837" y="1330400"/>
                </a:lnTo>
                <a:lnTo>
                  <a:pt x="4060824" y="1332777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741398" y="3124200"/>
            <a:ext cx="4546600" cy="1332865"/>
          </a:xfrm>
          <a:custGeom>
            <a:avLst/>
            <a:gdLst/>
            <a:ahLst/>
            <a:cxnLst/>
            <a:rect l="l" t="t" r="r" b="b"/>
            <a:pathLst>
              <a:path w="4546600" h="1332864">
                <a:moveTo>
                  <a:pt x="4546601" y="1332777"/>
                </a:moveTo>
                <a:lnTo>
                  <a:pt x="485774" y="1332777"/>
                </a:lnTo>
                <a:lnTo>
                  <a:pt x="437761" y="1330400"/>
                </a:lnTo>
                <a:lnTo>
                  <a:pt x="390562" y="1323357"/>
                </a:lnTo>
                <a:lnTo>
                  <a:pt x="344494" y="1311780"/>
                </a:lnTo>
                <a:lnTo>
                  <a:pt x="299876" y="1295800"/>
                </a:lnTo>
                <a:lnTo>
                  <a:pt x="257027" y="1275550"/>
                </a:lnTo>
                <a:lnTo>
                  <a:pt x="216266" y="1251161"/>
                </a:lnTo>
                <a:lnTo>
                  <a:pt x="177910" y="1222767"/>
                </a:lnTo>
                <a:lnTo>
                  <a:pt x="142279" y="1190497"/>
                </a:lnTo>
                <a:lnTo>
                  <a:pt x="110010" y="1154866"/>
                </a:lnTo>
                <a:lnTo>
                  <a:pt x="81615" y="1116511"/>
                </a:lnTo>
                <a:lnTo>
                  <a:pt x="57227" y="1075749"/>
                </a:lnTo>
                <a:lnTo>
                  <a:pt x="36977" y="1032900"/>
                </a:lnTo>
                <a:lnTo>
                  <a:pt x="20997" y="988283"/>
                </a:lnTo>
                <a:lnTo>
                  <a:pt x="9420" y="942215"/>
                </a:lnTo>
                <a:lnTo>
                  <a:pt x="2377" y="895015"/>
                </a:lnTo>
                <a:lnTo>
                  <a:pt x="0" y="847002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79" y="142280"/>
                </a:lnTo>
                <a:lnTo>
                  <a:pt x="177910" y="110010"/>
                </a:lnTo>
                <a:lnTo>
                  <a:pt x="216266" y="81615"/>
                </a:lnTo>
                <a:lnTo>
                  <a:pt x="257027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1" y="2377"/>
                </a:lnTo>
                <a:lnTo>
                  <a:pt x="485774" y="0"/>
                </a:lnTo>
                <a:lnTo>
                  <a:pt x="4546601" y="0"/>
                </a:lnTo>
                <a:lnTo>
                  <a:pt x="4546601" y="1332777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38363" y="3200714"/>
            <a:ext cx="6011545" cy="1150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350" b="1" spc="790" dirty="0">
                <a:solidFill>
                  <a:srgbClr val="000000"/>
                </a:solidFill>
                <a:latin typeface="Trebuchet MS"/>
                <a:cs typeface="Trebuchet MS"/>
              </a:rPr>
              <a:t>THANK</a:t>
            </a:r>
            <a:r>
              <a:rPr sz="7350" b="1" spc="-19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7350" b="1" spc="865" dirty="0">
                <a:solidFill>
                  <a:srgbClr val="000000"/>
                </a:solidFill>
                <a:latin typeface="Trebuchet MS"/>
                <a:cs typeface="Trebuchet MS"/>
              </a:rPr>
              <a:t>YOU</a:t>
            </a:r>
            <a:endParaRPr sz="735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16825" y="6705600"/>
            <a:ext cx="3054350" cy="761365"/>
          </a:xfrm>
          <a:custGeom>
            <a:avLst/>
            <a:gdLst/>
            <a:ahLst/>
            <a:cxnLst/>
            <a:rect l="l" t="t" r="r" b="b"/>
            <a:pathLst>
              <a:path w="3054350" h="761365">
                <a:moveTo>
                  <a:pt x="2673711" y="761277"/>
                </a:moveTo>
                <a:lnTo>
                  <a:pt x="380639" y="761277"/>
                </a:lnTo>
                <a:lnTo>
                  <a:pt x="332892" y="758312"/>
                </a:lnTo>
                <a:lnTo>
                  <a:pt x="286915" y="749653"/>
                </a:lnTo>
                <a:lnTo>
                  <a:pt x="243065" y="735656"/>
                </a:lnTo>
                <a:lnTo>
                  <a:pt x="201698" y="716680"/>
                </a:lnTo>
                <a:lnTo>
                  <a:pt x="163171" y="693080"/>
                </a:lnTo>
                <a:lnTo>
                  <a:pt x="127841" y="665213"/>
                </a:lnTo>
                <a:lnTo>
                  <a:pt x="96064" y="633436"/>
                </a:lnTo>
                <a:lnTo>
                  <a:pt x="68197" y="598106"/>
                </a:lnTo>
                <a:lnTo>
                  <a:pt x="44597" y="559579"/>
                </a:lnTo>
                <a:lnTo>
                  <a:pt x="25621" y="518212"/>
                </a:lnTo>
                <a:lnTo>
                  <a:pt x="11625" y="474362"/>
                </a:lnTo>
                <a:lnTo>
                  <a:pt x="2965" y="428385"/>
                </a:lnTo>
                <a:lnTo>
                  <a:pt x="0" y="380639"/>
                </a:lnTo>
                <a:lnTo>
                  <a:pt x="2965" y="332892"/>
                </a:lnTo>
                <a:lnTo>
                  <a:pt x="11625" y="286915"/>
                </a:lnTo>
                <a:lnTo>
                  <a:pt x="25621" y="243065"/>
                </a:lnTo>
                <a:lnTo>
                  <a:pt x="44597" y="201698"/>
                </a:lnTo>
                <a:lnTo>
                  <a:pt x="68197" y="163171"/>
                </a:lnTo>
                <a:lnTo>
                  <a:pt x="96064" y="127841"/>
                </a:lnTo>
                <a:lnTo>
                  <a:pt x="127841" y="96064"/>
                </a:lnTo>
                <a:lnTo>
                  <a:pt x="163171" y="68197"/>
                </a:lnTo>
                <a:lnTo>
                  <a:pt x="201698" y="44597"/>
                </a:lnTo>
                <a:lnTo>
                  <a:pt x="243065" y="25621"/>
                </a:lnTo>
                <a:lnTo>
                  <a:pt x="286915" y="11625"/>
                </a:lnTo>
                <a:lnTo>
                  <a:pt x="332892" y="2965"/>
                </a:lnTo>
                <a:lnTo>
                  <a:pt x="380639" y="0"/>
                </a:lnTo>
                <a:lnTo>
                  <a:pt x="2673711" y="0"/>
                </a:lnTo>
                <a:lnTo>
                  <a:pt x="2721457" y="2965"/>
                </a:lnTo>
                <a:lnTo>
                  <a:pt x="2767434" y="11625"/>
                </a:lnTo>
                <a:lnTo>
                  <a:pt x="2811284" y="25621"/>
                </a:lnTo>
                <a:lnTo>
                  <a:pt x="2852651" y="44597"/>
                </a:lnTo>
                <a:lnTo>
                  <a:pt x="2891178" y="68197"/>
                </a:lnTo>
                <a:lnTo>
                  <a:pt x="2926508" y="96064"/>
                </a:lnTo>
                <a:lnTo>
                  <a:pt x="2958285" y="127841"/>
                </a:lnTo>
                <a:lnTo>
                  <a:pt x="2986152" y="163171"/>
                </a:lnTo>
                <a:lnTo>
                  <a:pt x="3009752" y="201698"/>
                </a:lnTo>
                <a:lnTo>
                  <a:pt x="3028729" y="243065"/>
                </a:lnTo>
                <a:lnTo>
                  <a:pt x="3042725" y="286915"/>
                </a:lnTo>
                <a:lnTo>
                  <a:pt x="3051384" y="332892"/>
                </a:lnTo>
                <a:lnTo>
                  <a:pt x="3054032" y="375514"/>
                </a:lnTo>
                <a:lnTo>
                  <a:pt x="3054032" y="385764"/>
                </a:lnTo>
                <a:lnTo>
                  <a:pt x="3051384" y="428385"/>
                </a:lnTo>
                <a:lnTo>
                  <a:pt x="3042725" y="474362"/>
                </a:lnTo>
                <a:lnTo>
                  <a:pt x="3028729" y="518212"/>
                </a:lnTo>
                <a:lnTo>
                  <a:pt x="3009752" y="559579"/>
                </a:lnTo>
                <a:lnTo>
                  <a:pt x="2986152" y="598106"/>
                </a:lnTo>
                <a:lnTo>
                  <a:pt x="2958285" y="633436"/>
                </a:lnTo>
                <a:lnTo>
                  <a:pt x="2926508" y="665213"/>
                </a:lnTo>
                <a:lnTo>
                  <a:pt x="2891178" y="693080"/>
                </a:lnTo>
                <a:lnTo>
                  <a:pt x="2852651" y="716680"/>
                </a:lnTo>
                <a:lnTo>
                  <a:pt x="2811284" y="735656"/>
                </a:lnTo>
                <a:lnTo>
                  <a:pt x="2767434" y="749653"/>
                </a:lnTo>
                <a:lnTo>
                  <a:pt x="2721457" y="758312"/>
                </a:lnTo>
                <a:lnTo>
                  <a:pt x="2673711" y="761277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260095" y="6839632"/>
            <a:ext cx="1767839" cy="505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50" b="1" spc="215" dirty="0">
                <a:solidFill>
                  <a:srgbClr val="FFFFFF"/>
                </a:solidFill>
                <a:latin typeface="Trebuchet MS"/>
                <a:cs typeface="Trebuchet MS"/>
              </a:rPr>
              <a:t>VISIT</a:t>
            </a:r>
            <a:r>
              <a:rPr sz="3150" b="1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150" b="1" spc="305" dirty="0">
                <a:solidFill>
                  <a:srgbClr val="FFFFFF"/>
                </a:solidFill>
                <a:latin typeface="Trebuchet MS"/>
                <a:cs typeface="Trebuchet MS"/>
              </a:rPr>
              <a:t>US</a:t>
            </a:r>
            <a:endParaRPr sz="315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09363" y="8688897"/>
            <a:ext cx="760095" cy="760095"/>
            <a:chOff x="3409363" y="8688897"/>
            <a:chExt cx="760095" cy="760095"/>
          </a:xfrm>
        </p:grpSpPr>
        <p:sp>
          <p:nvSpPr>
            <p:cNvPr id="9" name="object 9"/>
            <p:cNvSpPr/>
            <p:nvPr/>
          </p:nvSpPr>
          <p:spPr>
            <a:xfrm>
              <a:off x="3409363" y="8688897"/>
              <a:ext cx="760095" cy="760095"/>
            </a:xfrm>
            <a:custGeom>
              <a:avLst/>
              <a:gdLst/>
              <a:ahLst/>
              <a:cxnLst/>
              <a:rect l="l" t="t" r="r" b="b"/>
              <a:pathLst>
                <a:path w="760095" h="760095">
                  <a:moveTo>
                    <a:pt x="379883" y="759767"/>
                  </a:moveTo>
                  <a:lnTo>
                    <a:pt x="333379" y="756910"/>
                  </a:lnTo>
                  <a:lnTo>
                    <a:pt x="287579" y="748383"/>
                  </a:lnTo>
                  <a:lnTo>
                    <a:pt x="243168" y="734313"/>
                  </a:lnTo>
                  <a:lnTo>
                    <a:pt x="200807" y="714911"/>
                  </a:lnTo>
                  <a:lnTo>
                    <a:pt x="161141" y="690469"/>
                  </a:lnTo>
                  <a:lnTo>
                    <a:pt x="124769" y="661359"/>
                  </a:lnTo>
                  <a:lnTo>
                    <a:pt x="92234" y="628015"/>
                  </a:lnTo>
                  <a:lnTo>
                    <a:pt x="64021" y="590935"/>
                  </a:lnTo>
                  <a:lnTo>
                    <a:pt x="40560" y="550681"/>
                  </a:lnTo>
                  <a:lnTo>
                    <a:pt x="22206" y="507862"/>
                  </a:lnTo>
                  <a:lnTo>
                    <a:pt x="9230" y="463119"/>
                  </a:lnTo>
                  <a:lnTo>
                    <a:pt x="1829" y="417118"/>
                  </a:lnTo>
                  <a:lnTo>
                    <a:pt x="0" y="379883"/>
                  </a:lnTo>
                  <a:lnTo>
                    <a:pt x="114" y="370558"/>
                  </a:lnTo>
                  <a:lnTo>
                    <a:pt x="4111" y="324143"/>
                  </a:lnTo>
                  <a:lnTo>
                    <a:pt x="13759" y="278566"/>
                  </a:lnTo>
                  <a:lnTo>
                    <a:pt x="28916" y="234508"/>
                  </a:lnTo>
                  <a:lnTo>
                    <a:pt x="49353" y="192637"/>
                  </a:lnTo>
                  <a:lnTo>
                    <a:pt x="74758" y="153587"/>
                  </a:lnTo>
                  <a:lnTo>
                    <a:pt x="104751" y="117940"/>
                  </a:lnTo>
                  <a:lnTo>
                    <a:pt x="138888" y="86229"/>
                  </a:lnTo>
                  <a:lnTo>
                    <a:pt x="176649" y="58935"/>
                  </a:lnTo>
                  <a:lnTo>
                    <a:pt x="217462" y="36472"/>
                  </a:lnTo>
                  <a:lnTo>
                    <a:pt x="260718" y="19174"/>
                  </a:lnTo>
                  <a:lnTo>
                    <a:pt x="305772" y="7299"/>
                  </a:lnTo>
                  <a:lnTo>
                    <a:pt x="351940" y="1028"/>
                  </a:lnTo>
                  <a:lnTo>
                    <a:pt x="379883" y="0"/>
                  </a:lnTo>
                  <a:lnTo>
                    <a:pt x="389209" y="114"/>
                  </a:lnTo>
                  <a:lnTo>
                    <a:pt x="435624" y="4111"/>
                  </a:lnTo>
                  <a:lnTo>
                    <a:pt x="481200" y="13759"/>
                  </a:lnTo>
                  <a:lnTo>
                    <a:pt x="525258" y="28916"/>
                  </a:lnTo>
                  <a:lnTo>
                    <a:pt x="567130" y="49353"/>
                  </a:lnTo>
                  <a:lnTo>
                    <a:pt x="606180" y="74758"/>
                  </a:lnTo>
                  <a:lnTo>
                    <a:pt x="641827" y="104751"/>
                  </a:lnTo>
                  <a:lnTo>
                    <a:pt x="673537" y="138888"/>
                  </a:lnTo>
                  <a:lnTo>
                    <a:pt x="700831" y="176649"/>
                  </a:lnTo>
                  <a:lnTo>
                    <a:pt x="723294" y="217462"/>
                  </a:lnTo>
                  <a:lnTo>
                    <a:pt x="740593" y="260718"/>
                  </a:lnTo>
                  <a:lnTo>
                    <a:pt x="752468" y="305772"/>
                  </a:lnTo>
                  <a:lnTo>
                    <a:pt x="758738" y="351940"/>
                  </a:lnTo>
                  <a:lnTo>
                    <a:pt x="759767" y="379883"/>
                  </a:lnTo>
                  <a:lnTo>
                    <a:pt x="759653" y="389209"/>
                  </a:lnTo>
                  <a:lnTo>
                    <a:pt x="755656" y="435624"/>
                  </a:lnTo>
                  <a:lnTo>
                    <a:pt x="746007" y="481200"/>
                  </a:lnTo>
                  <a:lnTo>
                    <a:pt x="730850" y="525258"/>
                  </a:lnTo>
                  <a:lnTo>
                    <a:pt x="710414" y="567130"/>
                  </a:lnTo>
                  <a:lnTo>
                    <a:pt x="685009" y="606180"/>
                  </a:lnTo>
                  <a:lnTo>
                    <a:pt x="655015" y="641827"/>
                  </a:lnTo>
                  <a:lnTo>
                    <a:pt x="620879" y="673537"/>
                  </a:lnTo>
                  <a:lnTo>
                    <a:pt x="583118" y="700831"/>
                  </a:lnTo>
                  <a:lnTo>
                    <a:pt x="542305" y="723294"/>
                  </a:lnTo>
                  <a:lnTo>
                    <a:pt x="499049" y="740593"/>
                  </a:lnTo>
                  <a:lnTo>
                    <a:pt x="453995" y="752468"/>
                  </a:lnTo>
                  <a:lnTo>
                    <a:pt x="407826" y="758738"/>
                  </a:lnTo>
                  <a:lnTo>
                    <a:pt x="379883" y="759767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94211" y="8875968"/>
              <a:ext cx="391160" cy="386715"/>
            </a:xfrm>
            <a:custGeom>
              <a:avLst/>
              <a:gdLst/>
              <a:ahLst/>
              <a:cxnLst/>
              <a:rect l="l" t="t" r="r" b="b"/>
              <a:pathLst>
                <a:path w="391160" h="386715">
                  <a:moveTo>
                    <a:pt x="317945" y="386399"/>
                  </a:moveTo>
                  <a:lnTo>
                    <a:pt x="275429" y="382754"/>
                  </a:lnTo>
                  <a:lnTo>
                    <a:pt x="230263" y="360337"/>
                  </a:lnTo>
                  <a:lnTo>
                    <a:pt x="179644" y="326476"/>
                  </a:lnTo>
                  <a:lnTo>
                    <a:pt x="115524" y="272323"/>
                  </a:lnTo>
                  <a:lnTo>
                    <a:pt x="58721" y="212456"/>
                  </a:lnTo>
                  <a:lnTo>
                    <a:pt x="24198" y="165094"/>
                  </a:lnTo>
                  <a:lnTo>
                    <a:pt x="2443" y="122137"/>
                  </a:lnTo>
                  <a:lnTo>
                    <a:pt x="0" y="109865"/>
                  </a:lnTo>
                  <a:lnTo>
                    <a:pt x="124" y="79620"/>
                  </a:lnTo>
                  <a:lnTo>
                    <a:pt x="13997" y="41259"/>
                  </a:lnTo>
                  <a:lnTo>
                    <a:pt x="52799" y="4638"/>
                  </a:lnTo>
                  <a:lnTo>
                    <a:pt x="71393" y="0"/>
                  </a:lnTo>
                  <a:lnTo>
                    <a:pt x="85598" y="5300"/>
                  </a:lnTo>
                  <a:lnTo>
                    <a:pt x="137611" y="70896"/>
                  </a:lnTo>
                  <a:lnTo>
                    <a:pt x="129784" y="108912"/>
                  </a:lnTo>
                  <a:lnTo>
                    <a:pt x="115524" y="128321"/>
                  </a:lnTo>
                  <a:lnTo>
                    <a:pt x="114986" y="133677"/>
                  </a:lnTo>
                  <a:lnTo>
                    <a:pt x="133787" y="177518"/>
                  </a:lnTo>
                  <a:lnTo>
                    <a:pt x="168531" y="216666"/>
                  </a:lnTo>
                  <a:lnTo>
                    <a:pt x="208701" y="250140"/>
                  </a:lnTo>
                  <a:lnTo>
                    <a:pt x="253260" y="268720"/>
                  </a:lnTo>
                  <a:lnTo>
                    <a:pt x="258643" y="267906"/>
                  </a:lnTo>
                  <a:lnTo>
                    <a:pt x="277168" y="253923"/>
                  </a:lnTo>
                  <a:lnTo>
                    <a:pt x="295527" y="248139"/>
                  </a:lnTo>
                  <a:lnTo>
                    <a:pt x="309580" y="247159"/>
                  </a:lnTo>
                  <a:lnTo>
                    <a:pt x="315184" y="247587"/>
                  </a:lnTo>
                  <a:lnTo>
                    <a:pt x="356927" y="279763"/>
                  </a:lnTo>
                  <a:lnTo>
                    <a:pt x="375328" y="294465"/>
                  </a:lnTo>
                  <a:lnTo>
                    <a:pt x="384204" y="304348"/>
                  </a:lnTo>
                  <a:lnTo>
                    <a:pt x="390595" y="319201"/>
                  </a:lnTo>
                  <a:lnTo>
                    <a:pt x="387627" y="337698"/>
                  </a:lnTo>
                  <a:lnTo>
                    <a:pt x="354815" y="374182"/>
                  </a:lnTo>
                  <a:lnTo>
                    <a:pt x="317945" y="386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8105695" y="8659100"/>
            <a:ext cx="762635" cy="762635"/>
          </a:xfrm>
          <a:custGeom>
            <a:avLst/>
            <a:gdLst/>
            <a:ahLst/>
            <a:cxnLst/>
            <a:rect l="l" t="t" r="r" b="b"/>
            <a:pathLst>
              <a:path w="762634" h="762634">
                <a:moveTo>
                  <a:pt x="381148" y="762297"/>
                </a:moveTo>
                <a:lnTo>
                  <a:pt x="333338" y="759328"/>
                </a:lnTo>
                <a:lnTo>
                  <a:pt x="287300" y="750657"/>
                </a:lnTo>
                <a:lnTo>
                  <a:pt x="243391" y="736642"/>
                </a:lnTo>
                <a:lnTo>
                  <a:pt x="201968" y="717640"/>
                </a:lnTo>
                <a:lnTo>
                  <a:pt x="163390" y="694008"/>
                </a:lnTo>
                <a:lnTo>
                  <a:pt x="128012" y="666104"/>
                </a:lnTo>
                <a:lnTo>
                  <a:pt x="96193" y="634285"/>
                </a:lnTo>
                <a:lnTo>
                  <a:pt x="68289" y="598907"/>
                </a:lnTo>
                <a:lnTo>
                  <a:pt x="44657" y="560329"/>
                </a:lnTo>
                <a:lnTo>
                  <a:pt x="25655" y="518906"/>
                </a:lnTo>
                <a:lnTo>
                  <a:pt x="11640" y="474997"/>
                </a:lnTo>
                <a:lnTo>
                  <a:pt x="2969" y="428959"/>
                </a:lnTo>
                <a:lnTo>
                  <a:pt x="0" y="381148"/>
                </a:lnTo>
                <a:lnTo>
                  <a:pt x="2969" y="333338"/>
                </a:lnTo>
                <a:lnTo>
                  <a:pt x="11640" y="287300"/>
                </a:lnTo>
                <a:lnTo>
                  <a:pt x="25655" y="243391"/>
                </a:lnTo>
                <a:lnTo>
                  <a:pt x="44657" y="201968"/>
                </a:lnTo>
                <a:lnTo>
                  <a:pt x="68289" y="163390"/>
                </a:lnTo>
                <a:lnTo>
                  <a:pt x="96193" y="128012"/>
                </a:lnTo>
                <a:lnTo>
                  <a:pt x="128012" y="96193"/>
                </a:lnTo>
                <a:lnTo>
                  <a:pt x="163390" y="68289"/>
                </a:lnTo>
                <a:lnTo>
                  <a:pt x="201968" y="44657"/>
                </a:lnTo>
                <a:lnTo>
                  <a:pt x="243391" y="25655"/>
                </a:lnTo>
                <a:lnTo>
                  <a:pt x="287300" y="11640"/>
                </a:lnTo>
                <a:lnTo>
                  <a:pt x="333338" y="2969"/>
                </a:lnTo>
                <a:lnTo>
                  <a:pt x="381148" y="0"/>
                </a:lnTo>
                <a:lnTo>
                  <a:pt x="428959" y="2969"/>
                </a:lnTo>
                <a:lnTo>
                  <a:pt x="474997" y="11640"/>
                </a:lnTo>
                <a:lnTo>
                  <a:pt x="518906" y="25655"/>
                </a:lnTo>
                <a:lnTo>
                  <a:pt x="560329" y="44657"/>
                </a:lnTo>
                <a:lnTo>
                  <a:pt x="598907" y="68289"/>
                </a:lnTo>
                <a:lnTo>
                  <a:pt x="634285" y="96193"/>
                </a:lnTo>
                <a:lnTo>
                  <a:pt x="666104" y="128012"/>
                </a:lnTo>
                <a:lnTo>
                  <a:pt x="694008" y="163390"/>
                </a:lnTo>
                <a:lnTo>
                  <a:pt x="717640" y="201968"/>
                </a:lnTo>
                <a:lnTo>
                  <a:pt x="723539" y="214829"/>
                </a:lnTo>
                <a:lnTo>
                  <a:pt x="203040" y="214829"/>
                </a:lnTo>
                <a:lnTo>
                  <a:pt x="208037" y="218994"/>
                </a:lnTo>
                <a:lnTo>
                  <a:pt x="236752" y="241965"/>
                </a:lnTo>
                <a:lnTo>
                  <a:pt x="177869" y="241965"/>
                </a:lnTo>
                <a:lnTo>
                  <a:pt x="177869" y="528988"/>
                </a:lnTo>
                <a:lnTo>
                  <a:pt x="179321" y="536181"/>
                </a:lnTo>
                <a:lnTo>
                  <a:pt x="183282" y="542055"/>
                </a:lnTo>
                <a:lnTo>
                  <a:pt x="189156" y="546016"/>
                </a:lnTo>
                <a:lnTo>
                  <a:pt x="196349" y="547469"/>
                </a:lnTo>
                <a:lnTo>
                  <a:pt x="723539" y="547469"/>
                </a:lnTo>
                <a:lnTo>
                  <a:pt x="717640" y="560329"/>
                </a:lnTo>
                <a:lnTo>
                  <a:pt x="694008" y="598907"/>
                </a:lnTo>
                <a:lnTo>
                  <a:pt x="666104" y="634285"/>
                </a:lnTo>
                <a:lnTo>
                  <a:pt x="634285" y="666104"/>
                </a:lnTo>
                <a:lnTo>
                  <a:pt x="598907" y="694008"/>
                </a:lnTo>
                <a:lnTo>
                  <a:pt x="560329" y="717640"/>
                </a:lnTo>
                <a:lnTo>
                  <a:pt x="518906" y="736642"/>
                </a:lnTo>
                <a:lnTo>
                  <a:pt x="474997" y="750657"/>
                </a:lnTo>
                <a:lnTo>
                  <a:pt x="428959" y="759328"/>
                </a:lnTo>
                <a:lnTo>
                  <a:pt x="381148" y="762297"/>
                </a:lnTo>
                <a:close/>
              </a:path>
              <a:path w="762634" h="762634">
                <a:moveTo>
                  <a:pt x="440312" y="357482"/>
                </a:moveTo>
                <a:lnTo>
                  <a:pt x="381148" y="357482"/>
                </a:lnTo>
                <a:lnTo>
                  <a:pt x="554259" y="218994"/>
                </a:lnTo>
                <a:lnTo>
                  <a:pt x="559257" y="214829"/>
                </a:lnTo>
                <a:lnTo>
                  <a:pt x="723539" y="214829"/>
                </a:lnTo>
                <a:lnTo>
                  <a:pt x="735988" y="241965"/>
                </a:lnTo>
                <a:lnTo>
                  <a:pt x="584428" y="241965"/>
                </a:lnTo>
                <a:lnTo>
                  <a:pt x="577778" y="247505"/>
                </a:lnTo>
                <a:lnTo>
                  <a:pt x="440312" y="357482"/>
                </a:lnTo>
                <a:close/>
              </a:path>
              <a:path w="762634" h="762634">
                <a:moveTo>
                  <a:pt x="381148" y="399628"/>
                </a:moveTo>
                <a:lnTo>
                  <a:pt x="375110" y="398616"/>
                </a:lnTo>
                <a:lnTo>
                  <a:pt x="369605" y="395579"/>
                </a:lnTo>
                <a:lnTo>
                  <a:pt x="184805" y="247739"/>
                </a:lnTo>
                <a:lnTo>
                  <a:pt x="177869" y="241965"/>
                </a:lnTo>
                <a:lnTo>
                  <a:pt x="236752" y="241965"/>
                </a:lnTo>
                <a:lnTo>
                  <a:pt x="381148" y="357482"/>
                </a:lnTo>
                <a:lnTo>
                  <a:pt x="440312" y="357482"/>
                </a:lnTo>
                <a:lnTo>
                  <a:pt x="392692" y="395579"/>
                </a:lnTo>
                <a:lnTo>
                  <a:pt x="387187" y="398616"/>
                </a:lnTo>
                <a:lnTo>
                  <a:pt x="381148" y="399628"/>
                </a:lnTo>
                <a:close/>
              </a:path>
              <a:path w="762634" h="762634">
                <a:moveTo>
                  <a:pt x="723539" y="547469"/>
                </a:moveTo>
                <a:lnTo>
                  <a:pt x="565947" y="547469"/>
                </a:lnTo>
                <a:lnTo>
                  <a:pt x="573141" y="546016"/>
                </a:lnTo>
                <a:lnTo>
                  <a:pt x="579015" y="542055"/>
                </a:lnTo>
                <a:lnTo>
                  <a:pt x="582976" y="536181"/>
                </a:lnTo>
                <a:lnTo>
                  <a:pt x="584428" y="528988"/>
                </a:lnTo>
                <a:lnTo>
                  <a:pt x="584428" y="241965"/>
                </a:lnTo>
                <a:lnTo>
                  <a:pt x="735988" y="241965"/>
                </a:lnTo>
                <a:lnTo>
                  <a:pt x="736642" y="243391"/>
                </a:lnTo>
                <a:lnTo>
                  <a:pt x="750657" y="287300"/>
                </a:lnTo>
                <a:lnTo>
                  <a:pt x="759328" y="333338"/>
                </a:lnTo>
                <a:lnTo>
                  <a:pt x="762297" y="381148"/>
                </a:lnTo>
                <a:lnTo>
                  <a:pt x="759328" y="428959"/>
                </a:lnTo>
                <a:lnTo>
                  <a:pt x="750657" y="474997"/>
                </a:lnTo>
                <a:lnTo>
                  <a:pt x="736642" y="518906"/>
                </a:lnTo>
                <a:lnTo>
                  <a:pt x="723539" y="547469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255369" y="8745684"/>
            <a:ext cx="4671060" cy="5308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300" spc="-20" dirty="0">
                <a:latin typeface="Roboto"/>
                <a:cs typeface="Roboto"/>
                <a:hlinkClick r:id="rId3"/>
              </a:rPr>
              <a:t>www.reallygreatsite.com</a:t>
            </a:r>
            <a:endParaRPr sz="330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09775" y="8791285"/>
            <a:ext cx="2860040" cy="5308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300" spc="-140" dirty="0">
                <a:latin typeface="Roboto"/>
                <a:cs typeface="Roboto"/>
              </a:rPr>
              <a:t>+123-</a:t>
            </a:r>
            <a:r>
              <a:rPr sz="3300" spc="-170" dirty="0">
                <a:latin typeface="Roboto"/>
                <a:cs typeface="Roboto"/>
              </a:rPr>
              <a:t>456-</a:t>
            </a:r>
            <a:r>
              <a:rPr sz="3300" spc="-20" dirty="0">
                <a:latin typeface="Roboto"/>
                <a:cs typeface="Roboto"/>
              </a:rPr>
              <a:t>7890</a:t>
            </a:r>
            <a:endParaRPr sz="33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934</Words>
  <Application>Microsoft Office PowerPoint</Application>
  <PresentationFormat>Custom</PresentationFormat>
  <Paragraphs>118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 MT</vt:lpstr>
      <vt:lpstr>Lucida Sans Unicode</vt:lpstr>
      <vt:lpstr>Roboto</vt:lpstr>
      <vt:lpstr>Trebuchet MS</vt:lpstr>
      <vt:lpstr>Office Theme</vt:lpstr>
      <vt:lpstr>VLSI DESIGN FLOW Boddu Giresh ChipWeave Technologies Pvt Ltd</vt:lpstr>
      <vt:lpstr>WHAT IS VLSI</vt:lpstr>
      <vt:lpstr>VSLI FRONTEND DESIGN FLOW</vt:lpstr>
      <vt:lpstr>SPECIFICATION</vt:lpstr>
      <vt:lpstr>ARCHITECTURE DESIGN</vt:lpstr>
      <vt:lpstr>RTL DESIGN (REGISTER TRANSFER LEVEL)</vt:lpstr>
      <vt:lpstr>OUTPUTS / DELIVERABLES</vt:lpstr>
      <vt:lpstr>MISSION</vt:lpstr>
      <vt:lpstr>VISION</vt:lpstr>
      <vt:lpstr>OUR COMPANY PERFORMANCE</vt:lpstr>
      <vt:lpstr>MEET OUR TEAM MEMBERS</vt:lpstr>
      <vt:lpstr>OUR YEARLY FLOW CHART</vt:lpstr>
      <vt:lpstr>PowerPoint Presentation</vt:lpstr>
      <vt:lpstr>OUR NEW PLANNING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&amp; white company profile presentation</dc:title>
  <dc:creator>Giresh Boddu</dc:creator>
  <cp:keywords>DAG4eNT9x1k,BAG3zOIBRqo,0</cp:keywords>
  <cp:lastModifiedBy>Boddu Giresh</cp:lastModifiedBy>
  <cp:revision>1</cp:revision>
  <dcterms:created xsi:type="dcterms:W3CDTF">2025-11-12T11:28:45Z</dcterms:created>
  <dcterms:modified xsi:type="dcterms:W3CDTF">2025-11-20T05:54:24Z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2025-11-12T00:00:00Z</vt:filetime>
  </property>
  <property fmtid="{D5CDD505-2E9C-101B-9397-08002B2CF9AE}" pid="3" name="Creator">
    <vt:lpwstr>Canva</vt:lpwstr>
  </property>
  <property fmtid="{D5CDD505-2E9C-101B-9397-08002B2CF9AE}" pid="4" name="LastSaved">
    <vt:filetime>2025-11-12T00:00:00Z</vt:filetime>
  </property>
  <property fmtid="{D5CDD505-2E9C-101B-9397-08002B2CF9AE}" pid="5" name="Producer">
    <vt:lpwstr>Canva</vt:lpwstr>
  </property>
</Properties>
</file>