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5"/>
  </p:notesMasterIdLst>
  <p:handoutMasterIdLst>
    <p:handoutMasterId r:id="rId26"/>
  </p:handoutMasterIdLst>
  <p:sldIdLst>
    <p:sldId id="257" r:id="rId5"/>
    <p:sldId id="258" r:id="rId6"/>
    <p:sldId id="259" r:id="rId7"/>
    <p:sldId id="260" r:id="rId8"/>
    <p:sldId id="271" r:id="rId9"/>
    <p:sldId id="261" r:id="rId10"/>
    <p:sldId id="272" r:id="rId11"/>
    <p:sldId id="273" r:id="rId12"/>
    <p:sldId id="274" r:id="rId13"/>
    <p:sldId id="275" r:id="rId14"/>
    <p:sldId id="277" r:id="rId15"/>
    <p:sldId id="278" r:id="rId16"/>
    <p:sldId id="263" r:id="rId17"/>
    <p:sldId id="264" r:id="rId18"/>
    <p:sldId id="265" r:id="rId19"/>
    <p:sldId id="279" r:id="rId20"/>
    <p:sldId id="266" r:id="rId21"/>
    <p:sldId id="280" r:id="rId22"/>
    <p:sldId id="269" r:id="rId23"/>
    <p:sldId id="268" r:id="rId24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CC9BA-7D16-976B-1BC1-D26ECB0F5C3B}" v="3064" dt="2026-01-19T01:46:09.619"/>
    <p1510:client id="{43AAA57A-9E5D-403D-AFE8-9C1FD1DF54E6}" v="2" dt="2026-01-20T10:51:42.980"/>
    <p1510:client id="{53E98220-F90C-4D32-9FA1-AD6FFD1C6527}" v="13" dt="2026-01-19T03:43:58.537"/>
    <p1510:client id="{C2D9CDF4-B6C4-6588-B72B-72C3C1CCB1CC}" v="997" dt="2026-01-19T06:03:57.09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pos="7296"/>
        <p:guide orient="horz" pos="412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9564768-8B2E-44BD-A7C8-CCCDEA2AB4BC}"/>
    <pc:docChg chg="modSld">
      <pc:chgData name="" userId="" providerId="" clId="Web-{49564768-8B2E-44BD-A7C8-CCCDEA2AB4BC}" dt="2026-01-15T16:34:30.733" v="7" actId="20577"/>
      <pc:docMkLst>
        <pc:docMk/>
      </pc:docMkLst>
      <pc:sldChg chg="modSp">
        <pc:chgData name="" userId="" providerId="" clId="Web-{49564768-8B2E-44BD-A7C8-CCCDEA2AB4BC}" dt="2026-01-15T16:34:30.733" v="7" actId="20577"/>
        <pc:sldMkLst>
          <pc:docMk/>
          <pc:sldMk cId="706305541" sldId="257"/>
        </pc:sldMkLst>
        <pc:spChg chg="mod">
          <ac:chgData name="" userId="" providerId="" clId="Web-{49564768-8B2E-44BD-A7C8-CCCDEA2AB4BC}" dt="2026-01-15T16:34:30.733" v="7" actId="20577"/>
          <ac:spMkLst>
            <pc:docMk/>
            <pc:sldMk cId="706305541" sldId="257"/>
            <ac:spMk id="2" creationId="{00000000-0000-0000-0000-000000000000}"/>
          </ac:spMkLst>
        </pc:spChg>
      </pc:sldChg>
    </pc:docChg>
  </pc:docChgLst>
  <pc:docChgLst>
    <pc:chgData name="Giresh Boddu" userId="S::giresh@chipweave.com::ea7ea635-759d-420b-8b9c-43126ae2baca" providerId="AD" clId="Web-{43AAA57A-9E5D-403D-AFE8-9C1FD1DF54E6}"/>
    <pc:docChg chg="delSld">
      <pc:chgData name="Giresh Boddu" userId="S::giresh@chipweave.com::ea7ea635-759d-420b-8b9c-43126ae2baca" providerId="AD" clId="Web-{43AAA57A-9E5D-403D-AFE8-9C1FD1DF54E6}" dt="2026-01-20T10:51:42.980" v="1"/>
      <pc:docMkLst>
        <pc:docMk/>
      </pc:docMkLst>
      <pc:sldChg chg="del">
        <pc:chgData name="Giresh Boddu" userId="S::giresh@chipweave.com::ea7ea635-759d-420b-8b9c-43126ae2baca" providerId="AD" clId="Web-{43AAA57A-9E5D-403D-AFE8-9C1FD1DF54E6}" dt="2026-01-20T10:51:42.980" v="1"/>
        <pc:sldMkLst>
          <pc:docMk/>
          <pc:sldMk cId="3514341159" sldId="262"/>
        </pc:sldMkLst>
      </pc:sldChg>
      <pc:sldChg chg="del">
        <pc:chgData name="Giresh Boddu" userId="S::giresh@chipweave.com::ea7ea635-759d-420b-8b9c-43126ae2baca" providerId="AD" clId="Web-{43AAA57A-9E5D-403D-AFE8-9C1FD1DF54E6}" dt="2026-01-20T10:51:38.761" v="0"/>
        <pc:sldMkLst>
          <pc:docMk/>
          <pc:sldMk cId="687654895" sldId="270"/>
        </pc:sldMkLst>
      </pc:sldChg>
    </pc:docChg>
  </pc:docChgLst>
  <pc:docChgLst>
    <pc:chgData clId="Web-{EB232C64-77C9-4FB2-6969-8254A1D72977}"/>
    <pc:docChg chg="modSld">
      <pc:chgData name="" userId="" providerId="" clId="Web-{EB232C64-77C9-4FB2-6969-8254A1D72977}" dt="2026-01-15T16:38:43.658" v="4" actId="20577"/>
      <pc:docMkLst>
        <pc:docMk/>
      </pc:docMkLst>
      <pc:sldChg chg="modSp">
        <pc:chgData name="" userId="" providerId="" clId="Web-{EB232C64-77C9-4FB2-6969-8254A1D72977}" dt="2026-01-15T16:38:43.658" v="4" actId="20577"/>
        <pc:sldMkLst>
          <pc:docMk/>
          <pc:sldMk cId="706305541" sldId="257"/>
        </pc:sldMkLst>
        <pc:spChg chg="mod">
          <ac:chgData name="" userId="" providerId="" clId="Web-{EB232C64-77C9-4FB2-6969-8254A1D72977}" dt="2026-01-15T16:38:31.920" v="2" actId="1076"/>
          <ac:spMkLst>
            <pc:docMk/>
            <pc:sldMk cId="706305541" sldId="257"/>
            <ac:spMk id="2" creationId="{00000000-0000-0000-0000-000000000000}"/>
          </ac:spMkLst>
        </pc:spChg>
        <pc:spChg chg="mod">
          <ac:chgData name="" userId="" providerId="" clId="Web-{EB232C64-77C9-4FB2-6969-8254A1D72977}" dt="2026-01-15T16:38:43.658" v="4" actId="20577"/>
          <ac:spMkLst>
            <pc:docMk/>
            <pc:sldMk cId="706305541" sldId="257"/>
            <ac:spMk id="3" creationId="{00000000-0000-0000-0000-000000000000}"/>
          </ac:spMkLst>
        </pc:spChg>
      </pc:sldChg>
    </pc:docChg>
  </pc:docChgLst>
  <pc:docChgLst>
    <pc:chgData name="Giresh Boddu" userId="S::giresh@chipweave.com::ea7ea635-759d-420b-8b9c-43126ae2baca" providerId="AD" clId="Web-{3DDEDC34-84B4-4464-DD6D-7D935FB9611D}"/>
    <pc:docChg chg="modSld">
      <pc:chgData name="Giresh Boddu" userId="S::giresh@chipweave.com::ea7ea635-759d-420b-8b9c-43126ae2baca" providerId="AD" clId="Web-{3DDEDC34-84B4-4464-DD6D-7D935FB9611D}" dt="2026-01-16T01:08:55.354" v="38" actId="1076"/>
      <pc:docMkLst>
        <pc:docMk/>
      </pc:docMkLst>
      <pc:sldChg chg="modSp">
        <pc:chgData name="Giresh Boddu" userId="S::giresh@chipweave.com::ea7ea635-759d-420b-8b9c-43126ae2baca" providerId="AD" clId="Web-{3DDEDC34-84B4-4464-DD6D-7D935FB9611D}" dt="2026-01-16T01:04:44.019" v="9" actId="20577"/>
        <pc:sldMkLst>
          <pc:docMk/>
          <pc:sldMk cId="1851896080" sldId="258"/>
        </pc:sldMkLst>
        <pc:spChg chg="mod">
          <ac:chgData name="Giresh Boddu" userId="S::giresh@chipweave.com::ea7ea635-759d-420b-8b9c-43126ae2baca" providerId="AD" clId="Web-{3DDEDC34-84B4-4464-DD6D-7D935FB9611D}" dt="2026-01-16T01:04:44.019" v="9" actId="20577"/>
          <ac:spMkLst>
            <pc:docMk/>
            <pc:sldMk cId="1851896080" sldId="258"/>
            <ac:spMk id="3" creationId="{00000000-0000-0000-0000-000000000000}"/>
          </ac:spMkLst>
        </pc:spChg>
      </pc:sldChg>
      <pc:sldChg chg="addSp modSp">
        <pc:chgData name="Giresh Boddu" userId="S::giresh@chipweave.com::ea7ea635-759d-420b-8b9c-43126ae2baca" providerId="AD" clId="Web-{3DDEDC34-84B4-4464-DD6D-7D935FB9611D}" dt="2026-01-16T01:08:55.354" v="38" actId="1076"/>
        <pc:sldMkLst>
          <pc:docMk/>
          <pc:sldMk cId="997860157" sldId="259"/>
        </pc:sldMkLst>
        <pc:spChg chg="mod">
          <ac:chgData name="Giresh Boddu" userId="S::giresh@chipweave.com::ea7ea635-759d-420b-8b9c-43126ae2baca" providerId="AD" clId="Web-{3DDEDC34-84B4-4464-DD6D-7D935FB9611D}" dt="2026-01-16T01:03:42.735" v="1" actId="20577"/>
          <ac:spMkLst>
            <pc:docMk/>
            <pc:sldMk cId="997860157" sldId="259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3DDEDC34-84B4-4464-DD6D-7D935FB9611D}" dt="2026-01-16T01:07:02.820" v="27" actId="20577"/>
          <ac:spMkLst>
            <pc:docMk/>
            <pc:sldMk cId="997860157" sldId="259"/>
            <ac:spMk id="3" creationId="{00000000-0000-0000-0000-000000000000}"/>
          </ac:spMkLst>
        </pc:spChg>
        <pc:picChg chg="add mod modCrop">
          <ac:chgData name="Giresh Boddu" userId="S::giresh@chipweave.com::ea7ea635-759d-420b-8b9c-43126ae2baca" providerId="AD" clId="Web-{3DDEDC34-84B4-4464-DD6D-7D935FB9611D}" dt="2026-01-16T01:08:55.354" v="38" actId="1076"/>
          <ac:picMkLst>
            <pc:docMk/>
            <pc:sldMk cId="997860157" sldId="259"/>
            <ac:picMk id="4" creationId="{FD115229-9664-7E90-75A2-2DBCAF6CDDD3}"/>
          </ac:picMkLst>
        </pc:picChg>
      </pc:sldChg>
    </pc:docChg>
  </pc:docChgLst>
  <pc:docChgLst>
    <pc:chgData name="Giresh Boddu" userId="S::giresh@chipweave.com::ea7ea635-759d-420b-8b9c-43126ae2baca" providerId="AD" clId="Web-{C0590457-CC8B-6030-325B-D3BF612CBD1B}"/>
    <pc:docChg chg="modSld">
      <pc:chgData name="Giresh Boddu" userId="S::giresh@chipweave.com::ea7ea635-759d-420b-8b9c-43126ae2baca" providerId="AD" clId="Web-{C0590457-CC8B-6030-325B-D3BF612CBD1B}" dt="2026-01-16T03:55:31.298" v="84" actId="20577"/>
      <pc:docMkLst>
        <pc:docMk/>
      </pc:docMkLst>
      <pc:sldChg chg="modSp">
        <pc:chgData name="Giresh Boddu" userId="S::giresh@chipweave.com::ea7ea635-759d-420b-8b9c-43126ae2baca" providerId="AD" clId="Web-{C0590457-CC8B-6030-325B-D3BF612CBD1B}" dt="2026-01-16T03:37:17.126" v="1" actId="14100"/>
        <pc:sldMkLst>
          <pc:docMk/>
          <pc:sldMk cId="706305541" sldId="257"/>
        </pc:sldMkLst>
        <pc:spChg chg="mod">
          <ac:chgData name="Giresh Boddu" userId="S::giresh@chipweave.com::ea7ea635-759d-420b-8b9c-43126ae2baca" providerId="AD" clId="Web-{C0590457-CC8B-6030-325B-D3BF612CBD1B}" dt="2026-01-16T03:37:17.126" v="1" actId="14100"/>
          <ac:spMkLst>
            <pc:docMk/>
            <pc:sldMk cId="706305541" sldId="257"/>
            <ac:spMk id="2" creationId="{00000000-0000-0000-0000-000000000000}"/>
          </ac:spMkLst>
        </pc:spChg>
      </pc:sldChg>
      <pc:sldChg chg="modSp">
        <pc:chgData name="Giresh Boddu" userId="S::giresh@chipweave.com::ea7ea635-759d-420b-8b9c-43126ae2baca" providerId="AD" clId="Web-{C0590457-CC8B-6030-325B-D3BF612CBD1B}" dt="2026-01-16T03:55:31.298" v="84" actId="20577"/>
        <pc:sldMkLst>
          <pc:docMk/>
          <pc:sldMk cId="384888077" sldId="260"/>
        </pc:sldMkLst>
        <pc:spChg chg="mod">
          <ac:chgData name="Giresh Boddu" userId="S::giresh@chipweave.com::ea7ea635-759d-420b-8b9c-43126ae2baca" providerId="AD" clId="Web-{C0590457-CC8B-6030-325B-D3BF612CBD1B}" dt="2026-01-16T03:50:18.904" v="5" actId="20577"/>
          <ac:spMkLst>
            <pc:docMk/>
            <pc:sldMk cId="384888077" sldId="260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C0590457-CC8B-6030-325B-D3BF612CBD1B}" dt="2026-01-16T03:55:31.298" v="84" actId="20577"/>
          <ac:spMkLst>
            <pc:docMk/>
            <pc:sldMk cId="384888077" sldId="260"/>
            <ac:spMk id="3" creationId="{00000000-0000-0000-0000-000000000000}"/>
          </ac:spMkLst>
        </pc:spChg>
      </pc:sldChg>
    </pc:docChg>
  </pc:docChgLst>
  <pc:docChgLst>
    <pc:chgData name="Giresh Boddu" userId="S::giresh@chipweave.com::ea7ea635-759d-420b-8b9c-43126ae2baca" providerId="AD" clId="Web-{0E5CC9BA-7D16-976B-1BC1-D26ECB0F5C3B}"/>
    <pc:docChg chg="addSld delSld modSld sldOrd">
      <pc:chgData name="Giresh Boddu" userId="S::giresh@chipweave.com::ea7ea635-759d-420b-8b9c-43126ae2baca" providerId="AD" clId="Web-{0E5CC9BA-7D16-976B-1BC1-D26ECB0F5C3B}" dt="2026-01-19T01:46:09.619" v="2713" actId="1076"/>
      <pc:docMkLst>
        <pc:docMk/>
      </pc:docMkLst>
      <pc:sldChg chg="addSp delSp modSp">
        <pc:chgData name="Giresh Boddu" userId="S::giresh@chipweave.com::ea7ea635-759d-420b-8b9c-43126ae2baca" providerId="AD" clId="Web-{0E5CC9BA-7D16-976B-1BC1-D26ECB0F5C3B}" dt="2026-01-18T06:49:53.559" v="737"/>
        <pc:sldMkLst>
          <pc:docMk/>
          <pc:sldMk cId="384888077" sldId="260"/>
        </pc:sldMkLst>
        <pc:spChg chg="mod">
          <ac:chgData name="Giresh Boddu" userId="S::giresh@chipweave.com::ea7ea635-759d-420b-8b9c-43126ae2baca" providerId="AD" clId="Web-{0E5CC9BA-7D16-976B-1BC1-D26ECB0F5C3B}" dt="2026-01-18T04:56:42.736" v="236" actId="1076"/>
          <ac:spMkLst>
            <pc:docMk/>
            <pc:sldMk cId="384888077" sldId="260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0E5CC9BA-7D16-976B-1BC1-D26ECB0F5C3B}" dt="2026-01-18T04:31:13.626" v="0" actId="20577"/>
          <ac:spMkLst>
            <pc:docMk/>
            <pc:sldMk cId="384888077" sldId="260"/>
            <ac:spMk id="3" creationId="{00000000-0000-0000-0000-000000000000}"/>
          </ac:spMkLst>
        </pc:spChg>
        <pc:graphicFrameChg chg="add del mod modGraphic">
          <ac:chgData name="Giresh Boddu" userId="S::giresh@chipweave.com::ea7ea635-759d-420b-8b9c-43126ae2baca" providerId="AD" clId="Web-{0E5CC9BA-7D16-976B-1BC1-D26ECB0F5C3B}" dt="2026-01-18T06:49:53.559" v="737"/>
          <ac:graphicFrameMkLst>
            <pc:docMk/>
            <pc:sldMk cId="384888077" sldId="260"/>
            <ac:graphicFrameMk id="6" creationId="{AF490B9D-72E7-0962-995F-E08A354CDD11}"/>
          </ac:graphicFrameMkLst>
        </pc:graphicFrameChg>
      </pc:sldChg>
      <pc:sldChg chg="addSp delSp modSp">
        <pc:chgData name="Giresh Boddu" userId="S::giresh@chipweave.com::ea7ea635-759d-420b-8b9c-43126ae2baca" providerId="AD" clId="Web-{0E5CC9BA-7D16-976B-1BC1-D26ECB0F5C3B}" dt="2026-01-18T05:32:42.803" v="440"/>
        <pc:sldMkLst>
          <pc:docMk/>
          <pc:sldMk cId="4237039325" sldId="261"/>
        </pc:sldMkLst>
        <pc:spChg chg="mod">
          <ac:chgData name="Giresh Boddu" userId="S::giresh@chipweave.com::ea7ea635-759d-420b-8b9c-43126ae2baca" providerId="AD" clId="Web-{0E5CC9BA-7D16-976B-1BC1-D26ECB0F5C3B}" dt="2026-01-18T05:24:25.697" v="301" actId="14100"/>
          <ac:spMkLst>
            <pc:docMk/>
            <pc:sldMk cId="4237039325" sldId="261"/>
            <ac:spMk id="6" creationId="{00000000-0000-0000-0000-000000000000}"/>
          </ac:spMkLst>
        </pc:spChg>
        <pc:spChg chg="mod">
          <ac:chgData name="Giresh Boddu" userId="S::giresh@chipweave.com::ea7ea635-759d-420b-8b9c-43126ae2baca" providerId="AD" clId="Web-{0E5CC9BA-7D16-976B-1BC1-D26ECB0F5C3B}" dt="2026-01-18T05:22:13.991" v="276" actId="1076"/>
          <ac:spMkLst>
            <pc:docMk/>
            <pc:sldMk cId="4237039325" sldId="261"/>
            <ac:spMk id="9" creationId="{00000000-0000-0000-0000-000000000000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8T05:32:42.803" v="440"/>
          <ac:graphicFrameMkLst>
            <pc:docMk/>
            <pc:sldMk cId="4237039325" sldId="261"/>
            <ac:graphicFrameMk id="2" creationId="{0F97E7CE-A0BF-0A14-7021-B6D6B9ECA003}"/>
          </ac:graphicFrameMkLst>
        </pc:graphicFrameChg>
      </pc:sldChg>
      <pc:sldChg chg="modSp ord">
        <pc:chgData name="Giresh Boddu" userId="S::giresh@chipweave.com::ea7ea635-759d-420b-8b9c-43126ae2baca" providerId="AD" clId="Web-{0E5CC9BA-7D16-976B-1BC1-D26ECB0F5C3B}" dt="2026-01-18T09:05:47.440" v="743"/>
        <pc:sldMkLst>
          <pc:docMk/>
          <pc:sldMk cId="3514341159" sldId="262"/>
        </pc:sldMkLst>
        <pc:spChg chg="mod">
          <ac:chgData name="Giresh Boddu" userId="S::giresh@chipweave.com::ea7ea635-759d-420b-8b9c-43126ae2baca" providerId="AD" clId="Web-{0E5CC9BA-7D16-976B-1BC1-D26ECB0F5C3B}" dt="2026-01-18T09:05:34.033" v="740" actId="20577"/>
          <ac:spMkLst>
            <pc:docMk/>
            <pc:sldMk cId="3514341159" sldId="262"/>
            <ac:spMk id="2" creationId="{00000000-0000-0000-0000-000000000000}"/>
          </ac:spMkLst>
        </pc:spChg>
      </pc:sldChg>
      <pc:sldChg chg="addSp delSp modSp">
        <pc:chgData name="Giresh Boddu" userId="S::giresh@chipweave.com::ea7ea635-759d-420b-8b9c-43126ae2baca" providerId="AD" clId="Web-{0E5CC9BA-7D16-976B-1BC1-D26ECB0F5C3B}" dt="2026-01-19T01:11:12.401" v="2355"/>
        <pc:sldMkLst>
          <pc:docMk/>
          <pc:sldMk cId="3046085847" sldId="263"/>
        </pc:sldMkLst>
        <pc:spChg chg="mod">
          <ac:chgData name="Giresh Boddu" userId="S::giresh@chipweave.com::ea7ea635-759d-420b-8b9c-43126ae2baca" providerId="AD" clId="Web-{0E5CC9BA-7D16-976B-1BC1-D26ECB0F5C3B}" dt="2026-01-19T00:35:05.547" v="1900" actId="1076"/>
          <ac:spMkLst>
            <pc:docMk/>
            <pc:sldMk cId="3046085847" sldId="263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0E5CC9BA-7D16-976B-1BC1-D26ECB0F5C3B}" dt="2026-01-19T00:38:10.718" v="1910" actId="14100"/>
          <ac:spMkLst>
            <pc:docMk/>
            <pc:sldMk cId="3046085847" sldId="263"/>
            <ac:spMk id="3" creationId="{00000000-0000-0000-0000-000000000000}"/>
          </ac:spMkLst>
        </pc:spChg>
        <pc:spChg chg="add del mod">
          <ac:chgData name="Giresh Boddu" userId="S::giresh@chipweave.com::ea7ea635-759d-420b-8b9c-43126ae2baca" providerId="AD" clId="Web-{0E5CC9BA-7D16-976B-1BC1-D26ECB0F5C3B}" dt="2026-01-19T00:45:34.533" v="1971"/>
          <ac:spMkLst>
            <pc:docMk/>
            <pc:sldMk cId="3046085847" sldId="263"/>
            <ac:spMk id="7" creationId="{D2D34B32-7DE5-C15A-9BF4-41DF4934B76A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9T01:11:12.401" v="2355"/>
          <ac:graphicFrameMkLst>
            <pc:docMk/>
            <pc:sldMk cId="3046085847" sldId="263"/>
            <ac:graphicFrameMk id="4" creationId="{AE4C9A57-D24C-C095-0051-0D36F97CD5EE}"/>
          </ac:graphicFrameMkLst>
        </pc:graphicFrameChg>
        <pc:graphicFrameChg chg="add del mod">
          <ac:chgData name="Giresh Boddu" userId="S::giresh@chipweave.com::ea7ea635-759d-420b-8b9c-43126ae2baca" providerId="AD" clId="Web-{0E5CC9BA-7D16-976B-1BC1-D26ECB0F5C3B}" dt="2026-01-19T00:45:34.533" v="1972"/>
          <ac:graphicFrameMkLst>
            <pc:docMk/>
            <pc:sldMk cId="3046085847" sldId="263"/>
            <ac:graphicFrameMk id="6" creationId="{782D515D-13C0-48E0-D633-405F4A7DA396}"/>
          </ac:graphicFrameMkLst>
        </pc:graphicFrameChg>
      </pc:sldChg>
      <pc:sldChg chg="addSp delSp modSp">
        <pc:chgData name="Giresh Boddu" userId="S::giresh@chipweave.com::ea7ea635-759d-420b-8b9c-43126ae2baca" providerId="AD" clId="Web-{0E5CC9BA-7D16-976B-1BC1-D26ECB0F5C3B}" dt="2026-01-19T01:12:37.673" v="2393"/>
        <pc:sldMkLst>
          <pc:docMk/>
          <pc:sldMk cId="411993636" sldId="264"/>
        </pc:sldMkLst>
        <pc:spChg chg="mod">
          <ac:chgData name="Giresh Boddu" userId="S::giresh@chipweave.com::ea7ea635-759d-420b-8b9c-43126ae2baca" providerId="AD" clId="Web-{0E5CC9BA-7D16-976B-1BC1-D26ECB0F5C3B}" dt="2026-01-19T00:51:44.945" v="2099" actId="1076"/>
          <ac:spMkLst>
            <pc:docMk/>
            <pc:sldMk cId="411993636" sldId="264"/>
            <ac:spMk id="2" creationId="{00000000-0000-0000-0000-000000000000}"/>
          </ac:spMkLst>
        </pc:spChg>
        <pc:spChg chg="del">
          <ac:chgData name="Giresh Boddu" userId="S::giresh@chipweave.com::ea7ea635-759d-420b-8b9c-43126ae2baca" providerId="AD" clId="Web-{0E5CC9BA-7D16-976B-1BC1-D26ECB0F5C3B}" dt="2026-01-19T00:51:53.460" v="2100"/>
          <ac:spMkLst>
            <pc:docMk/>
            <pc:sldMk cId="411993636" sldId="264"/>
            <ac:spMk id="4" creationId="{00000000-0000-0000-0000-000000000000}"/>
          </ac:spMkLst>
        </pc:spChg>
        <pc:spChg chg="del">
          <ac:chgData name="Giresh Boddu" userId="S::giresh@chipweave.com::ea7ea635-759d-420b-8b9c-43126ae2baca" providerId="AD" clId="Web-{0E5CC9BA-7D16-976B-1BC1-D26ECB0F5C3B}" dt="2026-01-19T00:51:39.273" v="2098"/>
          <ac:spMkLst>
            <pc:docMk/>
            <pc:sldMk cId="411993636" sldId="264"/>
            <ac:spMk id="5" creationId="{00000000-0000-0000-0000-000000000000}"/>
          </ac:spMkLst>
        </pc:spChg>
        <pc:spChg chg="add del mod">
          <ac:chgData name="Giresh Boddu" userId="S::giresh@chipweave.com::ea7ea635-759d-420b-8b9c-43126ae2baca" providerId="AD" clId="Web-{0E5CC9BA-7D16-976B-1BC1-D26ECB0F5C3B}" dt="2026-01-19T00:52:00.101" v="2101"/>
          <ac:spMkLst>
            <pc:docMk/>
            <pc:sldMk cId="411993636" sldId="264"/>
            <ac:spMk id="6" creationId="{1DC1B459-5306-7557-C537-EAD4B70CC8DC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9T01:12:37.673" v="2393"/>
          <ac:graphicFrameMkLst>
            <pc:docMk/>
            <pc:sldMk cId="411993636" sldId="264"/>
            <ac:graphicFrameMk id="7" creationId="{27E11392-97E3-4CE7-B146-3D12A3391465}"/>
          </ac:graphicFrameMkLst>
        </pc:graphicFrameChg>
      </pc:sldChg>
      <pc:sldChg chg="addSp delSp modSp">
        <pc:chgData name="Giresh Boddu" userId="S::giresh@chipweave.com::ea7ea635-759d-420b-8b9c-43126ae2baca" providerId="AD" clId="Web-{0E5CC9BA-7D16-976B-1BC1-D26ECB0F5C3B}" dt="2026-01-19T01:38:08.695" v="2698"/>
        <pc:sldMkLst>
          <pc:docMk/>
          <pc:sldMk cId="2822598965" sldId="265"/>
        </pc:sldMkLst>
        <pc:spChg chg="mod">
          <ac:chgData name="Giresh Boddu" userId="S::giresh@chipweave.com::ea7ea635-759d-420b-8b9c-43126ae2baca" providerId="AD" clId="Web-{0E5CC9BA-7D16-976B-1BC1-D26ECB0F5C3B}" dt="2026-01-19T01:24:00.473" v="2399" actId="1076"/>
          <ac:spMkLst>
            <pc:docMk/>
            <pc:sldMk cId="2822598965" sldId="265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0E5CC9BA-7D16-976B-1BC1-D26ECB0F5C3B}" dt="2026-01-19T01:25:14.068" v="2424" actId="20577"/>
          <ac:spMkLst>
            <pc:docMk/>
            <pc:sldMk cId="2822598965" sldId="265"/>
            <ac:spMk id="3" creationId="{00000000-0000-0000-0000-000000000000}"/>
          </ac:spMkLst>
        </pc:spChg>
        <pc:graphicFrameChg chg="add del">
          <ac:chgData name="Giresh Boddu" userId="S::giresh@chipweave.com::ea7ea635-759d-420b-8b9c-43126ae2baca" providerId="AD" clId="Web-{0E5CC9BA-7D16-976B-1BC1-D26ECB0F5C3B}" dt="2026-01-19T01:26:00.318" v="2428"/>
          <ac:graphicFrameMkLst>
            <pc:docMk/>
            <pc:sldMk cId="2822598965" sldId="265"/>
            <ac:graphicFrameMk id="4" creationId="{7A1559A9-D6B5-4EF9-CC59-946328FDE0CA}"/>
          </ac:graphicFrameMkLst>
        </pc:graphicFrameChg>
        <pc:graphicFrameChg chg="add mod modGraphic">
          <ac:chgData name="Giresh Boddu" userId="S::giresh@chipweave.com::ea7ea635-759d-420b-8b9c-43126ae2baca" providerId="AD" clId="Web-{0E5CC9BA-7D16-976B-1BC1-D26ECB0F5C3B}" dt="2026-01-19T01:38:08.695" v="2698"/>
          <ac:graphicFrameMkLst>
            <pc:docMk/>
            <pc:sldMk cId="2822598965" sldId="265"/>
            <ac:graphicFrameMk id="5" creationId="{A283A667-E389-6ED5-D583-FC1A0DBD8C21}"/>
          </ac:graphicFrameMkLst>
        </pc:graphicFrameChg>
      </pc:sldChg>
      <pc:sldChg chg="addSp delSp modSp ord">
        <pc:chgData name="Giresh Boddu" userId="S::giresh@chipweave.com::ea7ea635-759d-420b-8b9c-43126ae2baca" providerId="AD" clId="Web-{0E5CC9BA-7D16-976B-1BC1-D26ECB0F5C3B}" dt="2026-01-19T01:46:09.619" v="2713" actId="1076"/>
        <pc:sldMkLst>
          <pc:docMk/>
          <pc:sldMk cId="4155348868" sldId="266"/>
        </pc:sldMkLst>
        <pc:spChg chg="mod">
          <ac:chgData name="Giresh Boddu" userId="S::giresh@chipweave.com::ea7ea635-759d-420b-8b9c-43126ae2baca" providerId="AD" clId="Web-{0E5CC9BA-7D16-976B-1BC1-D26ECB0F5C3B}" dt="2026-01-19T01:46:09.619" v="2713" actId="1076"/>
          <ac:spMkLst>
            <pc:docMk/>
            <pc:sldMk cId="4155348868" sldId="266"/>
            <ac:spMk id="2" creationId="{00000000-0000-0000-0000-000000000000}"/>
          </ac:spMkLst>
        </pc:spChg>
        <pc:spChg chg="del">
          <ac:chgData name="Giresh Boddu" userId="S::giresh@chipweave.com::ea7ea635-759d-420b-8b9c-43126ae2baca" providerId="AD" clId="Web-{0E5CC9BA-7D16-976B-1BC1-D26ECB0F5C3B}" dt="2026-01-19T01:45:34.945" v="2699"/>
          <ac:spMkLst>
            <pc:docMk/>
            <pc:sldMk cId="4155348868" sldId="266"/>
            <ac:spMk id="3" creationId="{00000000-0000-0000-0000-000000000000}"/>
          </ac:spMkLst>
        </pc:spChg>
        <pc:spChg chg="add del mod">
          <ac:chgData name="Giresh Boddu" userId="S::giresh@chipweave.com::ea7ea635-759d-420b-8b9c-43126ae2baca" providerId="AD" clId="Web-{0E5CC9BA-7D16-976B-1BC1-D26ECB0F5C3B}" dt="2026-01-19T01:46:04.650" v="2712"/>
          <ac:spMkLst>
            <pc:docMk/>
            <pc:sldMk cId="4155348868" sldId="266"/>
            <ac:spMk id="5" creationId="{C6BD6F56-24C6-13CE-37D2-0CFF3141257A}"/>
          </ac:spMkLst>
        </pc:spChg>
      </pc:sldChg>
      <pc:sldChg chg="modSp add replId">
        <pc:chgData name="Giresh Boddu" userId="S::giresh@chipweave.com::ea7ea635-759d-420b-8b9c-43126ae2baca" providerId="AD" clId="Web-{0E5CC9BA-7D16-976B-1BC1-D26ECB0F5C3B}" dt="2026-01-18T04:58:48.535" v="267"/>
        <pc:sldMkLst>
          <pc:docMk/>
          <pc:sldMk cId="2197751430" sldId="271"/>
        </pc:sldMkLst>
        <pc:graphicFrameChg chg="mod modGraphic">
          <ac:chgData name="Giresh Boddu" userId="S::giresh@chipweave.com::ea7ea635-759d-420b-8b9c-43126ae2baca" providerId="AD" clId="Web-{0E5CC9BA-7D16-976B-1BC1-D26ECB0F5C3B}" dt="2026-01-18T04:58:48.535" v="267"/>
          <ac:graphicFrameMkLst>
            <pc:docMk/>
            <pc:sldMk cId="2197751430" sldId="271"/>
            <ac:graphicFrameMk id="6" creationId="{CCB34D35-986B-5BF8-A789-AFA3E78163C3}"/>
          </ac:graphicFrameMkLst>
        </pc:graphicFrameChg>
      </pc:sldChg>
      <pc:sldChg chg="addSp delSp modSp add replId">
        <pc:chgData name="Giresh Boddu" userId="S::giresh@chipweave.com::ea7ea635-759d-420b-8b9c-43126ae2baca" providerId="AD" clId="Web-{0E5CC9BA-7D16-976B-1BC1-D26ECB0F5C3B}" dt="2026-01-18T06:36:12.114" v="735" actId="1076"/>
        <pc:sldMkLst>
          <pc:docMk/>
          <pc:sldMk cId="1489176847" sldId="272"/>
        </pc:sldMkLst>
        <pc:spChg chg="mod">
          <ac:chgData name="Giresh Boddu" userId="S::giresh@chipweave.com::ea7ea635-759d-420b-8b9c-43126ae2baca" providerId="AD" clId="Web-{0E5CC9BA-7D16-976B-1BC1-D26ECB0F5C3B}" dt="2026-01-18T06:36:06.770" v="734" actId="20577"/>
          <ac:spMkLst>
            <pc:docMk/>
            <pc:sldMk cId="1489176847" sldId="272"/>
            <ac:spMk id="6" creationId="{D2731D1E-A040-6ED8-FDCB-F5430BC89244}"/>
          </ac:spMkLst>
        </pc:spChg>
        <pc:spChg chg="mod">
          <ac:chgData name="Giresh Boddu" userId="S::giresh@chipweave.com::ea7ea635-759d-420b-8b9c-43126ae2baca" providerId="AD" clId="Web-{0E5CC9BA-7D16-976B-1BC1-D26ECB0F5C3B}" dt="2026-01-18T06:06:09.182" v="474" actId="20577"/>
          <ac:spMkLst>
            <pc:docMk/>
            <pc:sldMk cId="1489176847" sldId="272"/>
            <ac:spMk id="9" creationId="{26A68A9E-E929-E747-092B-BE9CD810569D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8T06:36:12.114" v="735" actId="1076"/>
          <ac:graphicFrameMkLst>
            <pc:docMk/>
            <pc:sldMk cId="1489176847" sldId="272"/>
            <ac:graphicFrameMk id="3" creationId="{A5BD057E-8176-1011-6505-A0D08DC945CA}"/>
          </ac:graphicFrameMkLst>
        </pc:graphicFrameChg>
      </pc:sldChg>
      <pc:sldChg chg="addSp delSp modSp add ord replId">
        <pc:chgData name="Giresh Boddu" userId="S::giresh@chipweave.com::ea7ea635-759d-420b-8b9c-43126ae2baca" providerId="AD" clId="Web-{0E5CC9BA-7D16-976B-1BC1-D26ECB0F5C3B}" dt="2026-01-18T10:48:49.800" v="952"/>
        <pc:sldMkLst>
          <pc:docMk/>
          <pc:sldMk cId="3678975934" sldId="273"/>
        </pc:sldMkLst>
        <pc:spChg chg="mod">
          <ac:chgData name="Giresh Boddu" userId="S::giresh@chipweave.com::ea7ea635-759d-420b-8b9c-43126ae2baca" providerId="AD" clId="Web-{0E5CC9BA-7D16-976B-1BC1-D26ECB0F5C3B}" dt="2026-01-18T10:14:54.550" v="857" actId="1076"/>
          <ac:spMkLst>
            <pc:docMk/>
            <pc:sldMk cId="3678975934" sldId="273"/>
            <ac:spMk id="6" creationId="{833A0733-0444-0A02-2B37-FF897B9F4A90}"/>
          </ac:spMkLst>
        </pc:spChg>
        <pc:spChg chg="mod">
          <ac:chgData name="Giresh Boddu" userId="S::giresh@chipweave.com::ea7ea635-759d-420b-8b9c-43126ae2baca" providerId="AD" clId="Web-{0E5CC9BA-7D16-976B-1BC1-D26ECB0F5C3B}" dt="2026-01-18T09:06:32.878" v="755" actId="20577"/>
          <ac:spMkLst>
            <pc:docMk/>
            <pc:sldMk cId="3678975934" sldId="273"/>
            <ac:spMk id="9" creationId="{8EE32DCE-E000-FADC-BB3A-F72B6398C9A0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8T10:48:49.800" v="952"/>
          <ac:graphicFrameMkLst>
            <pc:docMk/>
            <pc:sldMk cId="3678975934" sldId="273"/>
            <ac:graphicFrameMk id="3" creationId="{26633D57-FAC9-2B9E-D60F-77B01B4DA851}"/>
          </ac:graphicFrameMkLst>
        </pc:graphicFrameChg>
      </pc:sldChg>
      <pc:sldChg chg="addSp delSp modSp add replId">
        <pc:chgData name="Giresh Boddu" userId="S::giresh@chipweave.com::ea7ea635-759d-420b-8b9c-43126ae2baca" providerId="AD" clId="Web-{0E5CC9BA-7D16-976B-1BC1-D26ECB0F5C3B}" dt="2026-01-18T12:09:37.680" v="1549"/>
        <pc:sldMkLst>
          <pc:docMk/>
          <pc:sldMk cId="404714311" sldId="274"/>
        </pc:sldMkLst>
        <pc:spChg chg="mod">
          <ac:chgData name="Giresh Boddu" userId="S::giresh@chipweave.com::ea7ea635-759d-420b-8b9c-43126ae2baca" providerId="AD" clId="Web-{0E5CC9BA-7D16-976B-1BC1-D26ECB0F5C3B}" dt="2026-01-18T10:35:57.845" v="882" actId="20577"/>
          <ac:spMkLst>
            <pc:docMk/>
            <pc:sldMk cId="404714311" sldId="274"/>
            <ac:spMk id="6" creationId="{891527E5-F2DF-74F5-6E19-DB8CF301E3B5}"/>
          </ac:spMkLst>
        </pc:spChg>
        <pc:spChg chg="mod">
          <ac:chgData name="Giresh Boddu" userId="S::giresh@chipweave.com::ea7ea635-759d-420b-8b9c-43126ae2baca" providerId="AD" clId="Web-{0E5CC9BA-7D16-976B-1BC1-D26ECB0F5C3B}" dt="2026-01-18T10:35:11.075" v="865" actId="20577"/>
          <ac:spMkLst>
            <pc:docMk/>
            <pc:sldMk cId="404714311" sldId="274"/>
            <ac:spMk id="9" creationId="{A50E695A-F14F-D64E-2E1F-EFDE1854FEAE}"/>
          </ac:spMkLst>
        </pc:spChg>
        <pc:graphicFrameChg chg="add mod modGraphic">
          <ac:chgData name="Giresh Boddu" userId="S::giresh@chipweave.com::ea7ea635-759d-420b-8b9c-43126ae2baca" providerId="AD" clId="Web-{0E5CC9BA-7D16-976B-1BC1-D26ECB0F5C3B}" dt="2026-01-18T12:09:37.680" v="1549"/>
          <ac:graphicFrameMkLst>
            <pc:docMk/>
            <pc:sldMk cId="404714311" sldId="274"/>
            <ac:graphicFrameMk id="2" creationId="{21BBD6F7-68E7-BFE1-69E3-3CA1BD5AF917}"/>
          </ac:graphicFrameMkLst>
        </pc:graphicFrameChg>
      </pc:sldChg>
      <pc:sldChg chg="addSp delSp modSp add replId">
        <pc:chgData name="Giresh Boddu" userId="S::giresh@chipweave.com::ea7ea635-759d-420b-8b9c-43126ae2baca" providerId="AD" clId="Web-{0E5CC9BA-7D16-976B-1BC1-D26ECB0F5C3B}" dt="2026-01-18T11:37:20.960" v="1530"/>
        <pc:sldMkLst>
          <pc:docMk/>
          <pc:sldMk cId="2613078224" sldId="275"/>
        </pc:sldMkLst>
        <pc:graphicFrameChg chg="mod modGraphic">
          <ac:chgData name="Giresh Boddu" userId="S::giresh@chipweave.com::ea7ea635-759d-420b-8b9c-43126ae2baca" providerId="AD" clId="Web-{0E5CC9BA-7D16-976B-1BC1-D26ECB0F5C3B}" dt="2026-01-18T11:37:13.350" v="1529"/>
          <ac:graphicFrameMkLst>
            <pc:docMk/>
            <pc:sldMk cId="2613078224" sldId="275"/>
            <ac:graphicFrameMk id="2" creationId="{D3C6E5FA-D377-9B51-8065-DD9587A4A68E}"/>
          </ac:graphicFrameMkLst>
        </pc:graphicFrameChg>
        <pc:graphicFrameChg chg="add mod modGraphic">
          <ac:chgData name="Giresh Boddu" userId="S::giresh@chipweave.com::ea7ea635-759d-420b-8b9c-43126ae2baca" providerId="AD" clId="Web-{0E5CC9BA-7D16-976B-1BC1-D26ECB0F5C3B}" dt="2026-01-18T11:37:20.960" v="1530"/>
          <ac:graphicFrameMkLst>
            <pc:docMk/>
            <pc:sldMk cId="2613078224" sldId="275"/>
            <ac:graphicFrameMk id="15" creationId="{DF25FAD8-D70D-3D98-3971-5FC403F94AED}"/>
          </ac:graphicFrameMkLst>
        </pc:graphicFrameChg>
      </pc:sldChg>
      <pc:sldChg chg="modSp add ord replId">
        <pc:chgData name="Giresh Boddu" userId="S::giresh@chipweave.com::ea7ea635-759d-420b-8b9c-43126ae2baca" providerId="AD" clId="Web-{0E5CC9BA-7D16-976B-1BC1-D26ECB0F5C3B}" dt="2026-01-18T12:32:55.458" v="1880"/>
        <pc:sldMkLst>
          <pc:docMk/>
          <pc:sldMk cId="2559617660" sldId="277"/>
        </pc:sldMkLst>
        <pc:spChg chg="mod">
          <ac:chgData name="Giresh Boddu" userId="S::giresh@chipweave.com::ea7ea635-759d-420b-8b9c-43126ae2baca" providerId="AD" clId="Web-{0E5CC9BA-7D16-976B-1BC1-D26ECB0F5C3B}" dt="2026-01-18T12:10:26.571" v="1557" actId="20577"/>
          <ac:spMkLst>
            <pc:docMk/>
            <pc:sldMk cId="2559617660" sldId="277"/>
            <ac:spMk id="6" creationId="{EBED538B-CEA2-4307-987D-D8B43CC85BFE}"/>
          </ac:spMkLst>
        </pc:spChg>
        <pc:spChg chg="mod">
          <ac:chgData name="Giresh Boddu" userId="S::giresh@chipweave.com::ea7ea635-759d-420b-8b9c-43126ae2baca" providerId="AD" clId="Web-{0E5CC9BA-7D16-976B-1BC1-D26ECB0F5C3B}" dt="2026-01-18T12:09:48.243" v="1552" actId="20577"/>
          <ac:spMkLst>
            <pc:docMk/>
            <pc:sldMk cId="2559617660" sldId="277"/>
            <ac:spMk id="9" creationId="{2546E44B-5182-999E-AE2D-E0ECC17CB5C5}"/>
          </ac:spMkLst>
        </pc:spChg>
        <pc:graphicFrameChg chg="mod modGraphic">
          <ac:chgData name="Giresh Boddu" userId="S::giresh@chipweave.com::ea7ea635-759d-420b-8b9c-43126ae2baca" providerId="AD" clId="Web-{0E5CC9BA-7D16-976B-1BC1-D26ECB0F5C3B}" dt="2026-01-18T12:32:55.458" v="1880"/>
          <ac:graphicFrameMkLst>
            <pc:docMk/>
            <pc:sldMk cId="2559617660" sldId="277"/>
            <ac:graphicFrameMk id="2" creationId="{1AE8BAC1-9078-FD89-3ACF-1181A36D6447}"/>
          </ac:graphicFrameMkLst>
        </pc:graphicFrameChg>
      </pc:sldChg>
      <pc:sldChg chg="addSp delSp modSp add replId">
        <pc:chgData name="Giresh Boddu" userId="S::giresh@chipweave.com::ea7ea635-759d-420b-8b9c-43126ae2baca" providerId="AD" clId="Web-{0E5CC9BA-7D16-976B-1BC1-D26ECB0F5C3B}" dt="2026-01-18T12:33:32.038" v="1896"/>
        <pc:sldMkLst>
          <pc:docMk/>
          <pc:sldMk cId="3906072910" sldId="278"/>
        </pc:sldMkLst>
        <pc:graphicFrameChg chg="mod modGraphic">
          <ac:chgData name="Giresh Boddu" userId="S::giresh@chipweave.com::ea7ea635-759d-420b-8b9c-43126ae2baca" providerId="AD" clId="Web-{0E5CC9BA-7D16-976B-1BC1-D26ECB0F5C3B}" dt="2026-01-18T12:33:32.038" v="1896"/>
          <ac:graphicFrameMkLst>
            <pc:docMk/>
            <pc:sldMk cId="3906072910" sldId="278"/>
            <ac:graphicFrameMk id="2" creationId="{D0AC877B-376A-792E-95C1-D5A15E31F4A0}"/>
          </ac:graphicFrameMkLst>
        </pc:graphicFrameChg>
      </pc:sldChg>
      <pc:sldChg chg="modSp add ord replId">
        <pc:chgData name="Giresh Boddu" userId="S::giresh@chipweave.com::ea7ea635-759d-420b-8b9c-43126ae2baca" providerId="AD" clId="Web-{0E5CC9BA-7D16-976B-1BC1-D26ECB0F5C3B}" dt="2026-01-19T01:37:49.272" v="2690"/>
        <pc:sldMkLst>
          <pc:docMk/>
          <pc:sldMk cId="903113973" sldId="279"/>
        </pc:sldMkLst>
        <pc:spChg chg="mod">
          <ac:chgData name="Giresh Boddu" userId="S::giresh@chipweave.com::ea7ea635-759d-420b-8b9c-43126ae2baca" providerId="AD" clId="Web-{0E5CC9BA-7D16-976B-1BC1-D26ECB0F5C3B}" dt="2026-01-19T01:34:00.892" v="2608" actId="20577"/>
          <ac:spMkLst>
            <pc:docMk/>
            <pc:sldMk cId="903113973" sldId="279"/>
            <ac:spMk id="2" creationId="{D933D36B-31D1-863C-8FC3-29A9A4A700A8}"/>
          </ac:spMkLst>
        </pc:spChg>
        <pc:graphicFrameChg chg="mod modGraphic">
          <ac:chgData name="Giresh Boddu" userId="S::giresh@chipweave.com::ea7ea635-759d-420b-8b9c-43126ae2baca" providerId="AD" clId="Web-{0E5CC9BA-7D16-976B-1BC1-D26ECB0F5C3B}" dt="2026-01-19T01:37:49.272" v="2690"/>
          <ac:graphicFrameMkLst>
            <pc:docMk/>
            <pc:sldMk cId="903113973" sldId="279"/>
            <ac:graphicFrameMk id="7" creationId="{592EB221-D594-D6A3-5E0D-A1400E6291AF}"/>
          </ac:graphicFrameMkLst>
        </pc:graphicFrameChg>
      </pc:sldChg>
    </pc:docChg>
  </pc:docChgLst>
  <pc:docChgLst>
    <pc:chgData name="Giresh Boddu" userId="S::giresh@chipweave.com::ea7ea635-759d-420b-8b9c-43126ae2baca" providerId="AD" clId="Web-{EB232C64-77C9-4FB2-6969-8254A1D72977}"/>
    <pc:docChg chg="modSld">
      <pc:chgData name="Giresh Boddu" userId="S::giresh@chipweave.com::ea7ea635-759d-420b-8b9c-43126ae2baca" providerId="AD" clId="Web-{EB232C64-77C9-4FB2-6969-8254A1D72977}" dt="2026-01-15T16:48:59.192" v="113" actId="20577"/>
      <pc:docMkLst>
        <pc:docMk/>
      </pc:docMkLst>
      <pc:sldChg chg="modSp">
        <pc:chgData name="Giresh Boddu" userId="S::giresh@chipweave.com::ea7ea635-759d-420b-8b9c-43126ae2baca" providerId="AD" clId="Web-{EB232C64-77C9-4FB2-6969-8254A1D72977}" dt="2026-01-15T16:39:52.356" v="15" actId="1076"/>
        <pc:sldMkLst>
          <pc:docMk/>
          <pc:sldMk cId="706305541" sldId="257"/>
        </pc:sldMkLst>
        <pc:spChg chg="mod">
          <ac:chgData name="Giresh Boddu" userId="S::giresh@chipweave.com::ea7ea635-759d-420b-8b9c-43126ae2baca" providerId="AD" clId="Web-{EB232C64-77C9-4FB2-6969-8254A1D72977}" dt="2026-01-15T16:39:52.356" v="15" actId="1076"/>
          <ac:spMkLst>
            <pc:docMk/>
            <pc:sldMk cId="706305541" sldId="257"/>
            <ac:spMk id="3" creationId="{00000000-0000-0000-0000-000000000000}"/>
          </ac:spMkLst>
        </pc:spChg>
      </pc:sldChg>
      <pc:sldChg chg="addSp modSp">
        <pc:chgData name="Giresh Boddu" userId="S::giresh@chipweave.com::ea7ea635-759d-420b-8b9c-43126ae2baca" providerId="AD" clId="Web-{EB232C64-77C9-4FB2-6969-8254A1D72977}" dt="2026-01-15T16:48:59.192" v="113" actId="20577"/>
        <pc:sldMkLst>
          <pc:docMk/>
          <pc:sldMk cId="1851896080" sldId="258"/>
        </pc:sldMkLst>
        <pc:spChg chg="mod">
          <ac:chgData name="Giresh Boddu" userId="S::giresh@chipweave.com::ea7ea635-759d-420b-8b9c-43126ae2baca" providerId="AD" clId="Web-{EB232C64-77C9-4FB2-6969-8254A1D72977}" dt="2026-01-15T16:42:51.160" v="25" actId="20577"/>
          <ac:spMkLst>
            <pc:docMk/>
            <pc:sldMk cId="1851896080" sldId="258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EB232C64-77C9-4FB2-6969-8254A1D72977}" dt="2026-01-15T16:48:59.192" v="113" actId="20577"/>
          <ac:spMkLst>
            <pc:docMk/>
            <pc:sldMk cId="1851896080" sldId="258"/>
            <ac:spMk id="3" creationId="{00000000-0000-0000-0000-000000000000}"/>
          </ac:spMkLst>
        </pc:spChg>
        <pc:picChg chg="add mod">
          <ac:chgData name="Giresh Boddu" userId="S::giresh@chipweave.com::ea7ea635-759d-420b-8b9c-43126ae2baca" providerId="AD" clId="Web-{EB232C64-77C9-4FB2-6969-8254A1D72977}" dt="2026-01-15T16:47:46.939" v="104" actId="1076"/>
          <ac:picMkLst>
            <pc:docMk/>
            <pc:sldMk cId="1851896080" sldId="258"/>
            <ac:picMk id="4" creationId="{1D791994-1B3B-188B-FAAD-CEE8730CCAEA}"/>
          </ac:picMkLst>
        </pc:picChg>
      </pc:sldChg>
    </pc:docChg>
  </pc:docChgLst>
  <pc:docChgLst>
    <pc:chgData name="Giresh Boddu" userId="S::giresh@chipweave.com::ea7ea635-759d-420b-8b9c-43126ae2baca" providerId="AD" clId="Web-{C2D9CDF4-B6C4-6588-B72B-72C3C1CCB1CC}"/>
    <pc:docChg chg="addSld delSld modSld sldOrd">
      <pc:chgData name="Giresh Boddu" userId="S::giresh@chipweave.com::ea7ea635-759d-420b-8b9c-43126ae2baca" providerId="AD" clId="Web-{C2D9CDF4-B6C4-6588-B72B-72C3C1CCB1CC}" dt="2026-01-19T06:03:57.095" v="967"/>
      <pc:docMkLst>
        <pc:docMk/>
      </pc:docMkLst>
      <pc:sldChg chg="addSp modSp del">
        <pc:chgData name="Giresh Boddu" userId="S::giresh@chipweave.com::ea7ea635-759d-420b-8b9c-43126ae2baca" providerId="AD" clId="Web-{C2D9CDF4-B6C4-6588-B72B-72C3C1CCB1CC}" dt="2026-01-19T06:03:57.095" v="967"/>
        <pc:sldMkLst>
          <pc:docMk/>
          <pc:sldMk cId="3389132344" sldId="267"/>
        </pc:sldMkLst>
        <pc:graphicFrameChg chg="add mod modGraphic">
          <ac:chgData name="Giresh Boddu" userId="S::giresh@chipweave.com::ea7ea635-759d-420b-8b9c-43126ae2baca" providerId="AD" clId="Web-{C2D9CDF4-B6C4-6588-B72B-72C3C1CCB1CC}" dt="2026-01-19T05:54:27.358" v="481"/>
          <ac:graphicFrameMkLst>
            <pc:docMk/>
            <pc:sldMk cId="3389132344" sldId="267"/>
            <ac:graphicFrameMk id="2" creationId="{FC3B2C44-8ED2-CF5C-5290-3D2063CC93B3}"/>
          </ac:graphicFrameMkLst>
        </pc:graphicFrameChg>
      </pc:sldChg>
      <pc:sldChg chg="modSp ord">
        <pc:chgData name="Giresh Boddu" userId="S::giresh@chipweave.com::ea7ea635-759d-420b-8b9c-43126ae2baca" providerId="AD" clId="Web-{C2D9CDF4-B6C4-6588-B72B-72C3C1CCB1CC}" dt="2026-01-19T05:45:54.201" v="475" actId="20577"/>
        <pc:sldMkLst>
          <pc:docMk/>
          <pc:sldMk cId="3809512885" sldId="269"/>
        </pc:sldMkLst>
        <pc:spChg chg="mod">
          <ac:chgData name="Giresh Boddu" userId="S::giresh@chipweave.com::ea7ea635-759d-420b-8b9c-43126ae2baca" providerId="AD" clId="Web-{C2D9CDF4-B6C4-6588-B72B-72C3C1CCB1CC}" dt="2026-01-19T05:34:06.650" v="116" actId="20577"/>
          <ac:spMkLst>
            <pc:docMk/>
            <pc:sldMk cId="3809512885" sldId="269"/>
            <ac:spMk id="2" creationId="{00000000-0000-0000-0000-000000000000}"/>
          </ac:spMkLst>
        </pc:spChg>
        <pc:spChg chg="mod">
          <ac:chgData name="Giresh Boddu" userId="S::giresh@chipweave.com::ea7ea635-759d-420b-8b9c-43126ae2baca" providerId="AD" clId="Web-{C2D9CDF4-B6C4-6588-B72B-72C3C1CCB1CC}" dt="2026-01-19T05:45:54.201" v="475" actId="20577"/>
          <ac:spMkLst>
            <pc:docMk/>
            <pc:sldMk cId="3809512885" sldId="269"/>
            <ac:spMk id="3" creationId="{00000000-0000-0000-0000-000000000000}"/>
          </ac:spMkLst>
        </pc:spChg>
      </pc:sldChg>
      <pc:sldChg chg="modSp add replId">
        <pc:chgData name="Giresh Boddu" userId="S::giresh@chipweave.com::ea7ea635-759d-420b-8b9c-43126ae2baca" providerId="AD" clId="Web-{C2D9CDF4-B6C4-6588-B72B-72C3C1CCB1CC}" dt="2026-01-19T06:03:05.261" v="966"/>
        <pc:sldMkLst>
          <pc:docMk/>
          <pc:sldMk cId="3799384939" sldId="280"/>
        </pc:sldMkLst>
        <pc:graphicFrameChg chg="mod modGraphic">
          <ac:chgData name="Giresh Boddu" userId="S::giresh@chipweave.com::ea7ea635-759d-420b-8b9c-43126ae2baca" providerId="AD" clId="Web-{C2D9CDF4-B6C4-6588-B72B-72C3C1CCB1CC}" dt="2026-01-19T06:03:05.261" v="966"/>
          <ac:graphicFrameMkLst>
            <pc:docMk/>
            <pc:sldMk cId="3799384939" sldId="280"/>
            <ac:graphicFrameMk id="2" creationId="{1C272CDF-15A4-DFBD-2D46-586C56CE1537}"/>
          </ac:graphicFrameMkLst>
        </pc:graphicFrameChg>
      </pc:sldChg>
    </pc:docChg>
  </pc:docChgLst>
  <pc:docChgLst>
    <pc:chgData name="Giresh Boddu" userId="S::giresh@chipweave.com::ea7ea635-759d-420b-8b9c-43126ae2baca" providerId="AD" clId="Web-{53E98220-F90C-4D32-9FA1-AD6FFD1C6527}"/>
    <pc:docChg chg="modSld">
      <pc:chgData name="Giresh Boddu" userId="S::giresh@chipweave.com::ea7ea635-759d-420b-8b9c-43126ae2baca" providerId="AD" clId="Web-{53E98220-F90C-4D32-9FA1-AD6FFD1C6527}" dt="2026-01-19T03:43:58.537" v="12"/>
      <pc:docMkLst>
        <pc:docMk/>
      </pc:docMkLst>
      <pc:sldChg chg="delSp modSp">
        <pc:chgData name="Giresh Boddu" userId="S::giresh@chipweave.com::ea7ea635-759d-420b-8b9c-43126ae2baca" providerId="AD" clId="Web-{53E98220-F90C-4D32-9FA1-AD6FFD1C6527}" dt="2026-01-19T03:43:11.005" v="8"/>
        <pc:sldMkLst>
          <pc:docMk/>
          <pc:sldMk cId="3389132344" sldId="267"/>
        </pc:sldMkLst>
        <pc:spChg chg="del mod">
          <ac:chgData name="Giresh Boddu" userId="S::giresh@chipweave.com::ea7ea635-759d-420b-8b9c-43126ae2baca" providerId="AD" clId="Web-{53E98220-F90C-4D32-9FA1-AD6FFD1C6527}" dt="2026-01-19T03:43:03.630" v="6"/>
          <ac:spMkLst>
            <pc:docMk/>
            <pc:sldMk cId="3389132344" sldId="267"/>
            <ac:spMk id="2" creationId="{00000000-0000-0000-0000-000000000000}"/>
          </ac:spMkLst>
        </pc:spChg>
        <pc:spChg chg="del mod">
          <ac:chgData name="Giresh Boddu" userId="S::giresh@chipweave.com::ea7ea635-759d-420b-8b9c-43126ae2baca" providerId="AD" clId="Web-{53E98220-F90C-4D32-9FA1-AD6FFD1C6527}" dt="2026-01-19T03:43:11.005" v="8"/>
          <ac:spMkLst>
            <pc:docMk/>
            <pc:sldMk cId="3389132344" sldId="267"/>
            <ac:spMk id="4" creationId="{00000000-0000-0000-0000-000000000000}"/>
          </ac:spMkLst>
        </pc:spChg>
        <pc:spChg chg="del">
          <ac:chgData name="Giresh Boddu" userId="S::giresh@chipweave.com::ea7ea635-759d-420b-8b9c-43126ae2baca" providerId="AD" clId="Web-{53E98220-F90C-4D32-9FA1-AD6FFD1C6527}" dt="2026-01-19T03:43:07.927" v="7"/>
          <ac:spMkLst>
            <pc:docMk/>
            <pc:sldMk cId="3389132344" sldId="267"/>
            <ac:spMk id="5" creationId="{00000000-0000-0000-0000-000000000000}"/>
          </ac:spMkLst>
        </pc:spChg>
      </pc:sldChg>
      <pc:sldChg chg="addSp delSp modSp">
        <pc:chgData name="Giresh Boddu" userId="S::giresh@chipweave.com::ea7ea635-759d-420b-8b9c-43126ae2baca" providerId="AD" clId="Web-{53E98220-F90C-4D32-9FA1-AD6FFD1C6527}" dt="2026-01-19T03:43:58.537" v="12"/>
        <pc:sldMkLst>
          <pc:docMk/>
          <pc:sldMk cId="1531528155" sldId="268"/>
        </pc:sldMkLst>
        <pc:spChg chg="del">
          <ac:chgData name="Giresh Boddu" userId="S::giresh@chipweave.com::ea7ea635-759d-420b-8b9c-43126ae2baca" providerId="AD" clId="Web-{53E98220-F90C-4D32-9FA1-AD6FFD1C6527}" dt="2026-01-19T03:43:23.084" v="9"/>
          <ac:spMkLst>
            <pc:docMk/>
            <pc:sldMk cId="1531528155" sldId="268"/>
            <ac:spMk id="2" creationId="{00000000-0000-0000-0000-000000000000}"/>
          </ac:spMkLst>
        </pc:spChg>
        <pc:spChg chg="del">
          <ac:chgData name="Giresh Boddu" userId="S::giresh@chipweave.com::ea7ea635-759d-420b-8b9c-43126ae2baca" providerId="AD" clId="Web-{53E98220-F90C-4D32-9FA1-AD6FFD1C6527}" dt="2026-01-19T03:43:27.365" v="10"/>
          <ac:spMkLst>
            <pc:docMk/>
            <pc:sldMk cId="1531528155" sldId="268"/>
            <ac:spMk id="3" creationId="{00000000-0000-0000-0000-000000000000}"/>
          </ac:spMkLst>
        </pc:spChg>
        <pc:spChg chg="add del mod">
          <ac:chgData name="Giresh Boddu" userId="S::giresh@chipweave.com::ea7ea635-759d-420b-8b9c-43126ae2baca" providerId="AD" clId="Web-{53E98220-F90C-4D32-9FA1-AD6FFD1C6527}" dt="2026-01-19T03:43:31.724" v="11"/>
          <ac:spMkLst>
            <pc:docMk/>
            <pc:sldMk cId="1531528155" sldId="268"/>
            <ac:spMk id="5" creationId="{9E8B7AE7-BD45-BDB3-B6A1-FFFDA5F68577}"/>
          </ac:spMkLst>
        </pc:spChg>
        <pc:spChg chg="add del mod">
          <ac:chgData name="Giresh Boddu" userId="S::giresh@chipweave.com::ea7ea635-759d-420b-8b9c-43126ae2baca" providerId="AD" clId="Web-{53E98220-F90C-4D32-9FA1-AD6FFD1C6527}" dt="2026-01-19T03:43:58.537" v="12"/>
          <ac:spMkLst>
            <pc:docMk/>
            <pc:sldMk cId="1531528155" sldId="268"/>
            <ac:spMk id="7" creationId="{2A444825-D587-85DD-E642-00C92DC0925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5A120F-BE51-445F-A3F2-0706FBB2DF52}" type="datetime1">
              <a:rPr lang="en-GB" noProof="1" dirty="0" smtClean="0"/>
              <a:t>20/01/2026</a:t>
            </a:fld>
            <a:endParaRPr lang="en-GB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DEA294-D752-4C4D-8DB1-F316497A72DB}" type="datetime1">
              <a:rPr lang="en-GB" noProof="1" dirty="0" smtClean="0"/>
              <a:t>20/01/2026</a:t>
            </a:fld>
            <a:endParaRPr lang="en-GB" noProof="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1"/>
              <a:t>Click to edit Master text styles</a:t>
            </a:r>
          </a:p>
          <a:p>
            <a:pPr lvl="1" rtl="0"/>
            <a:r>
              <a:rPr lang="en-GB" noProof="1"/>
              <a:t>Second level</a:t>
            </a:r>
          </a:p>
          <a:p>
            <a:pPr lvl="2" rtl="0"/>
            <a:r>
              <a:rPr lang="en-GB" noProof="1"/>
              <a:t>Third level</a:t>
            </a:r>
          </a:p>
          <a:p>
            <a:pPr lvl="3" rtl="0"/>
            <a:r>
              <a:rPr lang="en-GB" noProof="1"/>
              <a:t>Fourth level</a:t>
            </a:r>
          </a:p>
          <a:p>
            <a:pPr lvl="4" rtl="0"/>
            <a:r>
              <a:rPr lang="en-GB" noProof="1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How presentation will benefit audience: Adult learners are more interested in a subject if they know how or why it is important to them.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Presenter’s level of expertise in the subject: Briefly state your credentials in this area, or explain why participants should listen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noProof="1" smtClean="0"/>
              <a:t>2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noProof="1"/>
              <a:t>Lesson descriptions should be brief.</a:t>
            </a:r>
          </a:p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noProof="1" smtClean="0"/>
              <a:t>3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b="1" noProof="1"/>
              <a:t>Example objectives</a:t>
            </a:r>
          </a:p>
          <a:p>
            <a:pPr marL="0" indent="0" rtl="0">
              <a:buFont typeface="Arial" panose="020B0604020202020204" pitchFamily="34" charset="0"/>
              <a:buNone/>
            </a:pPr>
            <a:r>
              <a:rPr lang="en-GB" noProof="1"/>
              <a:t>At the end of this lesson, you will be able to: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Save files to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Move files to different locations on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Share files on the team Web server.</a:t>
            </a:r>
          </a:p>
          <a:p>
            <a:pPr rtl="0"/>
            <a:endParaRPr lang="en-GB" noProof="1"/>
          </a:p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noProof="1" smtClean="0"/>
              <a:t>4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96D0-CE7A-D56A-8DE2-FFD8305D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DAC26-6D5D-6ADE-9797-929DBB204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0EB18-5E4D-4C12-7236-4F9B6859E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b="1" noProof="1"/>
              <a:t>Example objectives</a:t>
            </a:r>
          </a:p>
          <a:p>
            <a:pPr marL="0" indent="0" rtl="0">
              <a:buFont typeface="Arial" panose="020B0604020202020204" pitchFamily="34" charset="0"/>
              <a:buNone/>
            </a:pPr>
            <a:r>
              <a:rPr lang="en-GB" noProof="1"/>
              <a:t>At the end of this lesson, you will be able to: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Save files to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Move files to different locations on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noProof="1"/>
              <a:t>Share files on the team Web server.</a:t>
            </a:r>
          </a:p>
          <a:p>
            <a:pPr rtl="0"/>
            <a:endParaRPr lang="en-GB" noProof="1"/>
          </a:p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90C98-CF31-1F01-3840-DC6347AF3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noProof="1" smtClean="0"/>
              <a:t>5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030940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6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90688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40387-F4C5-F0AE-BDA7-541E8C2C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8B58E-D907-8B01-0ACC-16681E178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95293-E92A-0D8A-3265-2B9F1F0AF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E45DC-03FF-849D-395A-F5878A7A2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7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907057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E9B7-6B12-4052-A2DE-93D7B24C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EA4EA-788A-049F-551C-5EF77E9D5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303E5-CA4C-B966-8FA0-2FCB682C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1F6B2-A1FC-5C83-9750-48BC5205A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8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605133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A2DB-C660-7563-32AC-8B454C80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938F5-B604-F8F7-8445-04100D618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10937-698D-CC00-88EC-FF3FA7044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DCABD-67DC-5063-90D7-F5EDDD515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9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167040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3DB7-AEC7-8BED-AC57-CC0C82BA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5705B-C1EB-0312-1F8C-80AE44A26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8A574-121B-3C80-906D-B03689A12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F1434-F554-AF20-A919-BE0368C01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10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849161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B42C-F9D1-D12E-E75C-EB9A95FF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82572-29FD-EF43-E544-D00FD77DE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70297-095F-C8D4-861D-F7D100E9B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CB48-17E4-7A90-9D00-502F1067F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11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3919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60DF-B48C-B002-C04F-12958CA0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93598-7B77-AB8A-41CC-89ED4933D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8865E-F4E9-A173-8F32-68CB5265C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F190-C7A1-0F80-3579-66F02F6FC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12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51314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GB" noProof="1" smtClean="0"/>
              <a:t>13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14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716319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15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968193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CE2C-1D4D-5988-24D7-2654AB84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EE5D4-611E-FE65-0081-395DFF1CC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6FD9E-F559-17FE-15F1-A2A4E432D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C43E3-3C36-1D1D-0F01-A68C1FA56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16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05027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17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456882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79F7-1AB5-79EA-7F09-8D9FDC65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66D80-1746-EB53-3348-F86F1211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61AAA-E863-E133-E724-075066770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4D196-5F22-1CE2-2EB4-DBAD87290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18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92546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smtClean="0"/>
              <a:t>19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52719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noProof="1" dirty="0" smtClean="0"/>
              <a:t>20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00785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en-GB" noProof="1"/>
              <a:t>Click to edit Master subtitle style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1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408A8F82-6269-46E3-B072-638271DF3545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6ECD10-09D5-4F67-A838-9506A84AC8B2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16F881-4BF1-46FF-9EC3-480B40C3DAAF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FDAAAB-0955-4539-890E-393CB4E63068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B35DBD-77D4-4173-8FC2-A2541A4A04CB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3D41A23B-F802-46F0-B79F-01C899F68FA5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77CAA-1951-457A-91E6-B4E9950D89F6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en-GB" noProof="1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816EBD-8731-47A0-80E1-B44B988567F0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en-GB" noProof="1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F8115A-2F47-4A54-B3B3-AE24E7CBC46B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1D40B7-CE1E-481B-9AD2-413EF73CA82E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en-GB" noProof="1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en-GB" noProof="1"/>
              <a:t>Click to edit Master text styles</a:t>
            </a:r>
          </a:p>
          <a:p>
            <a:pPr lvl="1" rtl="0" eaLnBrk="1" latinLnBrk="0" hangingPunct="1"/>
            <a:r>
              <a:rPr lang="en-GB" noProof="1"/>
              <a:t>Second level</a:t>
            </a:r>
          </a:p>
          <a:p>
            <a:pPr lvl="2" rtl="0" eaLnBrk="1" latinLnBrk="0" hangingPunct="1"/>
            <a:r>
              <a:rPr lang="en-GB" noProof="1"/>
              <a:t>Third level</a:t>
            </a:r>
          </a:p>
          <a:p>
            <a:pPr lvl="3" rtl="0" eaLnBrk="1" latinLnBrk="0" hangingPunct="1"/>
            <a:r>
              <a:rPr lang="en-GB" noProof="1"/>
              <a:t>Fourth level</a:t>
            </a:r>
          </a:p>
          <a:p>
            <a:pPr lvl="4" rtl="0" eaLnBrk="1" latinLnBrk="0" hangingPunct="1"/>
            <a:r>
              <a:rPr lang="en-GB" noProof="1"/>
              <a:t>Fifth level</a:t>
            </a:r>
            <a:endParaRPr kumimoji="0"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1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7A707A-96A9-49C2-86D3-EA04DC69041D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1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en-GB" noProof="1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en-GB" noProof="1"/>
              <a:t>Click to edit Master text styles</a:t>
            </a:r>
          </a:p>
          <a:p>
            <a:pPr lvl="1" rtl="0"/>
            <a:r>
              <a:rPr lang="en-GB" noProof="1"/>
              <a:t>Second level</a:t>
            </a:r>
          </a:p>
          <a:p>
            <a:pPr lvl="2" rtl="0"/>
            <a:r>
              <a:rPr lang="en-GB" noProof="1"/>
              <a:t>Third level</a:t>
            </a:r>
          </a:p>
          <a:p>
            <a:pPr lvl="3" rtl="0"/>
            <a:r>
              <a:rPr lang="en-GB" noProof="1"/>
              <a:t>Fourth level</a:t>
            </a:r>
          </a:p>
          <a:p>
            <a:pPr lvl="4" rtl="0"/>
            <a:r>
              <a:rPr lang="en-GB" noProof="1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1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1A48D4C6-8240-4154-9CD0-D54987FE9868}" type="datetime1">
              <a:rPr lang="en-GB" noProof="1" smtClean="0"/>
              <a:t>20/01/2026</a:t>
            </a:fld>
            <a:endParaRPr lang="en-GB" noProof="1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en-GB" noProof="1" dirty="0" smtClean="0"/>
              <a:t>‹#›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375" y="2408059"/>
            <a:ext cx="11945542" cy="1495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000" noProof="1"/>
              <a:t>UART(Universal Asynchronous Receiver and Transmitter)</a:t>
            </a:r>
            <a:endParaRPr lang="en-GB" sz="4000" noProof="1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8000" y="4194578"/>
            <a:ext cx="66040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3500" algn="ctr" rtl="0"/>
            <a:r>
              <a:rPr lang="en-GB" noProof="1"/>
              <a:t>Presented by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3500" algn="ctr"/>
            <a:r>
              <a:rPr lang="en-GB" noProof="1">
                <a:ea typeface="Calibri"/>
                <a:cs typeface="Calibri"/>
              </a:rPr>
              <a:t>Boddu Giresh</a:t>
            </a:r>
          </a:p>
          <a:p>
            <a:pPr marL="63500" algn="ctr"/>
            <a:r>
              <a:rPr lang="en-GB" noProof="1">
                <a:ea typeface="Calibri"/>
                <a:cs typeface="Calibri"/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noProof="1"/>
              <a:t>Introduction</a:t>
            </a:r>
            <a:endParaRPr lang="en-GB" b="1" noProof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55905"/>
            <a:r>
              <a:rPr lang="en-GB" noProof="1"/>
              <a:t>UART(</a:t>
            </a:r>
            <a:r>
              <a:rPr lang="en-GB" noProof="1">
                <a:ea typeface="+mn-lt"/>
                <a:cs typeface="+mn-lt"/>
              </a:rPr>
              <a:t>Universal Asynchronous Receiver/Transmitter)</a:t>
            </a:r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Used for serial communication</a:t>
            </a:r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It is two wire commnuication protocol</a:t>
            </a:r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One wire for transmission</a:t>
            </a:r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Second wire for reception</a:t>
            </a:r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Here ,no clock</a:t>
            </a:r>
            <a:r>
              <a:rPr lang="en-GB" noProof="1">
                <a:solidFill>
                  <a:schemeClr val="tx1"/>
                </a:solidFill>
                <a:ea typeface="+mn-lt"/>
                <a:cs typeface="+mn-lt"/>
              </a:rPr>
              <a:t> </a:t>
            </a:r>
          </a:p>
          <a:p>
            <a:pPr indent="-255905">
              <a:buClr>
                <a:srgbClr val="297D53"/>
              </a:buClr>
            </a:pPr>
            <a:endParaRPr lang="en-GB" noProof="1">
              <a:solidFill>
                <a:schemeClr val="tx1"/>
              </a:solidFill>
              <a:ea typeface="+mn-lt"/>
              <a:cs typeface="+mn-lt"/>
            </a:endParaRPr>
          </a:p>
        </p:txBody>
      </p:sp>
      <p:pic>
        <p:nvPicPr>
          <p:cNvPr id="4" name="Picture 3" descr="Basics of UART Communication">
            <a:extLst>
              <a:ext uri="{FF2B5EF4-FFF2-40B4-BE49-F238E27FC236}">
                <a16:creationId xmlns:a16="http://schemas.microsoft.com/office/drawing/2014/main" id="{1D791994-1B3B-188B-FAAD-CEE8730C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7" y="3778567"/>
            <a:ext cx="4327525" cy="211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>
                <a:ea typeface="+mj-lt"/>
                <a:cs typeface="+mj-lt"/>
              </a:rPr>
              <a:t>UART Communication – Frame Structure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55905"/>
            <a:r>
              <a:rPr lang="en-GB" noProof="1">
                <a:ea typeface="+mn-lt"/>
                <a:cs typeface="+mn-lt"/>
              </a:rPr>
              <a:t>Data is transferred bit-by-bit using a predefined frame format</a:t>
            </a:r>
            <a:endParaRPr lang="en-US" dirty="0">
              <a:ea typeface="Calibri"/>
              <a:cs typeface="Calibri"/>
            </a:endParaRPr>
          </a:p>
          <a:p>
            <a:pPr indent="-255905"/>
            <a:r>
              <a:rPr lang="en-GB" noProof="1">
                <a:ea typeface="+mn-lt"/>
                <a:cs typeface="+mn-lt"/>
              </a:rPr>
              <a:t>A UART frame consists of:</a:t>
            </a:r>
          </a:p>
          <a:p>
            <a:pPr indent="-255905">
              <a:buClr>
                <a:srgbClr val="297D53"/>
              </a:buClr>
            </a:pPr>
            <a:r>
              <a:rPr lang="en-GB" b="1" noProof="1">
                <a:ea typeface="+mn-lt"/>
                <a:cs typeface="+mn-lt"/>
              </a:rPr>
              <a:t>Start Bit</a:t>
            </a:r>
            <a:endParaRPr lang="en-GB" noProof="1">
              <a:ea typeface="Calibri" panose="020F0502020204030204"/>
              <a:cs typeface="Calibri" panose="020F0502020204030204"/>
            </a:endParaRPr>
          </a:p>
          <a:p>
            <a:pPr indent="-255905">
              <a:buClr>
                <a:srgbClr val="297D53"/>
              </a:buClr>
            </a:pPr>
            <a:r>
              <a:rPr lang="en-GB" b="1" noProof="1">
                <a:ea typeface="+mn-lt"/>
                <a:cs typeface="+mn-lt"/>
              </a:rPr>
              <a:t>Data Bits (5–9 bits, typically 8)</a:t>
            </a:r>
            <a:endParaRPr lang="en-GB" dirty="0"/>
          </a:p>
          <a:p>
            <a:pPr indent="-255905">
              <a:buClr>
                <a:srgbClr val="297D53"/>
              </a:buClr>
            </a:pPr>
            <a:r>
              <a:rPr lang="en-GB" b="1" noProof="1">
                <a:ea typeface="+mn-lt"/>
                <a:cs typeface="+mn-lt"/>
              </a:rPr>
              <a:t>Parity Bit (Optional)</a:t>
            </a:r>
            <a:endParaRPr lang="en-GB" dirty="0"/>
          </a:p>
          <a:p>
            <a:pPr indent="-255905">
              <a:buClr>
                <a:srgbClr val="297D53"/>
              </a:buClr>
            </a:pPr>
            <a:r>
              <a:rPr lang="en-GB" b="1" noProof="1">
                <a:ea typeface="+mn-lt"/>
                <a:cs typeface="+mn-lt"/>
              </a:rPr>
              <a:t>Stop Bit</a:t>
            </a:r>
            <a:endParaRPr lang="en-GB" dirty="0"/>
          </a:p>
          <a:p>
            <a:pPr indent="-255905">
              <a:buClr>
                <a:srgbClr val="297D53"/>
              </a:buClr>
            </a:pPr>
            <a:endParaRPr lang="en-GB" noProof="1">
              <a:ea typeface="Calibri"/>
              <a:cs typeface="Calibri"/>
            </a:endParaRPr>
          </a:p>
          <a:p>
            <a:pPr marL="657860" lvl="1" indent="-246380" rtl="0"/>
            <a:endParaRPr lang="en-GB" noProof="1">
              <a:ea typeface="Calibri"/>
              <a:cs typeface="Calibri"/>
            </a:endParaRPr>
          </a:p>
        </p:txBody>
      </p:sp>
      <p:pic>
        <p:nvPicPr>
          <p:cNvPr id="4" name="Picture 3" descr="Basics of UART Explained - Communication Protocol and Its Applications">
            <a:extLst>
              <a:ext uri="{FF2B5EF4-FFF2-40B4-BE49-F238E27FC236}">
                <a16:creationId xmlns:a16="http://schemas.microsoft.com/office/drawing/2014/main" id="{FD115229-9664-7E90-75A2-2DBCAF6C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2" t="14829" r="-175" b="15970"/>
          <a:stretch>
            <a:fillRect/>
          </a:stretch>
        </p:blipFill>
        <p:spPr>
          <a:xfrm>
            <a:off x="4847360" y="4591223"/>
            <a:ext cx="6618542" cy="161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668" y="481956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/>
              <a:t>Registers list</a:t>
            </a:r>
            <a:endParaRPr lang="en-GB" b="1" noProof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55905"/>
            <a:endParaRPr lang="en-GB" noProof="1">
              <a:ea typeface="Calibri" panose="020F0502020204030204"/>
              <a:cs typeface="Calibri" panose="020F0502020204030204"/>
            </a:endParaRPr>
          </a:p>
          <a:p>
            <a:pPr indent="-255905">
              <a:buClr>
                <a:srgbClr val="297D53"/>
              </a:buClr>
            </a:pPr>
            <a:endParaRPr lang="en-GB" noProof="1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490B9D-72E7-0962-995F-E08A354CD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56460"/>
              </p:ext>
            </p:extLst>
          </p:nvPr>
        </p:nvGraphicFramePr>
        <p:xfrm>
          <a:off x="738909" y="1512454"/>
          <a:ext cx="10716688" cy="529928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79172">
                  <a:extLst>
                    <a:ext uri="{9D8B030D-6E8A-4147-A177-3AD203B41FA5}">
                      <a16:colId xmlns:a16="http://schemas.microsoft.com/office/drawing/2014/main" val="3061470021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884800417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3709195786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2825588942"/>
                    </a:ext>
                  </a:extLst>
                </a:gridCol>
              </a:tblGrid>
              <a:tr h="3690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Name</a:t>
                      </a:r>
                      <a:endParaRPr lang="en-US" b="1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Width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528125"/>
                  </a:ext>
                </a:extLst>
              </a:tr>
              <a:tr h="5363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Receiver Buffer</a:t>
                      </a: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Receiver FIFO output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471762"/>
                  </a:ext>
                </a:extLst>
              </a:tr>
              <a:tr h="5363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Transmitter Holding Register (THR)</a:t>
                      </a: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Transmit FIFO input</a:t>
                      </a:r>
                    </a:p>
                    <a:p>
                      <a:pPr lvl="0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262947"/>
                  </a:ext>
                </a:extLst>
              </a:tr>
              <a:tr h="5363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Interrupt Enable Register (IER)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Enable/Mask interrupts generated by the UART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363552"/>
                  </a:ext>
                </a:extLst>
              </a:tr>
              <a:tr h="9167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Interrupt Identification Register (IIR)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Provides interrupt source information</a:t>
                      </a:r>
                    </a:p>
                    <a:p>
                      <a:pPr lvl="0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510423"/>
                  </a:ext>
                </a:extLst>
              </a:tr>
              <a:tr h="5363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FIFO Control Register (FCR)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Controls FIFO options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937814"/>
                  </a:ext>
                </a:extLst>
              </a:tr>
              <a:tr h="91678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Line Control Register (LCR)</a:t>
                      </a:r>
                    </a:p>
                    <a:p>
                      <a:pPr lvl="0" algn="ctr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Controls line configuration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212497"/>
                  </a:ext>
                </a:extLst>
              </a:tr>
              <a:tr h="5363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i="0" u="none" strike="noStrike" noProof="0" dirty="0"/>
                        <a:t>Modem Control Register (MCR)</a:t>
                      </a: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Controls modem signals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63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BFA2-A3B3-EA67-31BD-7DA01EFF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89EC-A0F1-BCBA-184E-01B16F93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77" y="124047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/>
              <a:t>Registers list</a:t>
            </a:r>
            <a:endParaRPr lang="en-GB" b="1" noProof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0515B-DAEC-1AAC-0DB7-48F8D8CA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55905"/>
            <a:endParaRPr lang="en-GB" noProof="1">
              <a:ea typeface="Calibri" panose="020F0502020204030204"/>
              <a:cs typeface="Calibri" panose="020F0502020204030204"/>
            </a:endParaRPr>
          </a:p>
          <a:p>
            <a:pPr indent="-255905">
              <a:buClr>
                <a:srgbClr val="297D53"/>
              </a:buClr>
            </a:pPr>
            <a:endParaRPr lang="en-GB" noProof="1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B34D35-986B-5BF8-A789-AFA3E7816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460597"/>
              </p:ext>
            </p:extLst>
          </p:nvPr>
        </p:nvGraphicFramePr>
        <p:xfrm>
          <a:off x="735956" y="1189450"/>
          <a:ext cx="10716688" cy="19520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79172">
                  <a:extLst>
                    <a:ext uri="{9D8B030D-6E8A-4147-A177-3AD203B41FA5}">
                      <a16:colId xmlns:a16="http://schemas.microsoft.com/office/drawing/2014/main" val="3061470021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884800417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3709195786"/>
                    </a:ext>
                  </a:extLst>
                </a:gridCol>
                <a:gridCol w="2679172">
                  <a:extLst>
                    <a:ext uri="{9D8B030D-6E8A-4147-A177-3AD203B41FA5}">
                      <a16:colId xmlns:a16="http://schemas.microsoft.com/office/drawing/2014/main" val="2825588942"/>
                    </a:ext>
                  </a:extLst>
                </a:gridCol>
              </a:tblGrid>
              <a:tr h="3975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Name</a:t>
                      </a:r>
                      <a:endParaRPr lang="en-US" b="1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Width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528125"/>
                  </a:ext>
                </a:extLst>
              </a:tr>
              <a:tr h="448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i="0" u="none" strike="noStrike" noProof="0" dirty="0"/>
                        <a:t>Line Status Register (LSR)</a:t>
                      </a: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Provides line status information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471762"/>
                  </a:ext>
                </a:extLst>
              </a:tr>
              <a:tr h="6925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Modem Status Register (MSR)</a:t>
                      </a: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Modem Status Register (MSR)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262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5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Interrupt Enable Register (IER)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sz="half" idx="1"/>
          </p:nvPr>
        </p:nvSpPr>
        <p:spPr>
          <a:xfrm>
            <a:off x="636181" y="1319076"/>
            <a:ext cx="11241566" cy="50529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55905"/>
            <a:r>
              <a:rPr lang="en-GB" sz="2800" noProof="1">
                <a:ea typeface="+mn-lt"/>
                <a:cs typeface="+mn-lt"/>
              </a:rPr>
              <a:t>This register enables or disables interrupt generation by the UART.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109855" indent="0">
              <a:buNone/>
            </a:pPr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97E7CE-A0BF-0A14-7021-B6D6B9EC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02704"/>
              </p:ext>
            </p:extLst>
          </p:nvPr>
        </p:nvGraphicFramePr>
        <p:xfrm>
          <a:off x="407581" y="1922720"/>
          <a:ext cx="10953825" cy="408713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51275">
                  <a:extLst>
                    <a:ext uri="{9D8B030D-6E8A-4147-A177-3AD203B41FA5}">
                      <a16:colId xmlns:a16="http://schemas.microsoft.com/office/drawing/2014/main" val="3167464921"/>
                    </a:ext>
                  </a:extLst>
                </a:gridCol>
                <a:gridCol w="2607468">
                  <a:extLst>
                    <a:ext uri="{9D8B030D-6E8A-4147-A177-3AD203B41FA5}">
                      <a16:colId xmlns:a16="http://schemas.microsoft.com/office/drawing/2014/main" val="2101740643"/>
                    </a:ext>
                  </a:extLst>
                </a:gridCol>
                <a:gridCol w="4695082">
                  <a:extLst>
                    <a:ext uri="{9D8B030D-6E8A-4147-A177-3AD203B41FA5}">
                      <a16:colId xmlns:a16="http://schemas.microsoft.com/office/drawing/2014/main" val="568879468"/>
                    </a:ext>
                  </a:extLst>
                </a:gridCol>
              </a:tblGrid>
              <a:tr h="6811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Bit #</a:t>
                      </a:r>
                      <a:endParaRPr lang="en-US" b="1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734592"/>
                  </a:ext>
                </a:extLst>
              </a:tr>
              <a:tr h="6811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Received Data Available Interrupt</a:t>
                      </a:r>
                      <a:endParaRPr lang="en-US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0 = Disabled,1 = Enabled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432066"/>
                  </a:ext>
                </a:extLst>
              </a:tr>
              <a:tr h="6811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Transmitter Holding Register Empty Interrupt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0 = Disabled,1 = Enabled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505247"/>
                  </a:ext>
                </a:extLst>
              </a:tr>
              <a:tr h="6811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Receiver Line Status Interrupt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0 = Disabled,1 = Enabled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464896"/>
                  </a:ext>
                </a:extLst>
              </a:tr>
              <a:tr h="6811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Receiver Line Status Interrupt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0 = Disabled,1 = Enabled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730567"/>
                  </a:ext>
                </a:extLst>
              </a:tr>
              <a:tr h="6811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7-4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Reserved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 (Must be written as logic </a:t>
                      </a:r>
                      <a:r>
                        <a:rPr lang="en-US" b="0" i="0" u="none" strike="noStrike" noProof="0" dirty="0">
                          <a:latin typeface="Consolas"/>
                        </a:rPr>
                        <a:t>0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)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40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0C61-90EB-1552-5158-7D6FA12A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A68A9E-E929-E747-092B-BE9CD810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237" y="575929"/>
            <a:ext cx="10972800" cy="9959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>
                <a:solidFill>
                  <a:srgbClr val="455F51"/>
                </a:solidFill>
              </a:rPr>
              <a:t>Interrupt </a:t>
            </a:r>
            <a:r>
              <a:rPr lang="en-GB" dirty="0">
                <a:solidFill>
                  <a:srgbClr val="455F51"/>
                </a:solidFill>
                <a:ea typeface="+mj-lt"/>
                <a:cs typeface="+mj-lt"/>
              </a:rPr>
              <a:t>Identification </a:t>
            </a:r>
            <a:r>
              <a:rPr lang="en-GB" dirty="0">
                <a:solidFill>
                  <a:srgbClr val="455F51"/>
                </a:solidFill>
              </a:rPr>
              <a:t>Register(IIR)</a:t>
            </a:r>
            <a:endParaRPr lang="en-GB" dirty="0">
              <a:solidFill>
                <a:srgbClr val="455F51"/>
              </a:solidFill>
              <a:ea typeface="Calibri"/>
              <a:cs typeface="Calibri"/>
            </a:endParaRPr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731D1E-A040-6ED8-FDCB-F5430BC89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693" y="1062122"/>
            <a:ext cx="11241566" cy="50529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The IIR enables the programmer to retrieve what is the current highest priority pending interrupt.</a:t>
            </a:r>
            <a:endParaRPr lang="en-US" dirty="0">
              <a:ea typeface="+mn-lt"/>
              <a:cs typeface="+mn-lt"/>
            </a:endParaRPr>
          </a:p>
          <a:p>
            <a:pPr marL="109855" indent="0">
              <a:buNone/>
            </a:pPr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BD057E-8176-1011-6505-A0D08DC94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233907"/>
              </p:ext>
            </p:extLst>
          </p:nvPr>
        </p:nvGraphicFramePr>
        <p:xfrm>
          <a:off x="318977" y="1568302"/>
          <a:ext cx="11556730" cy="507108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49747">
                  <a:extLst>
                    <a:ext uri="{9D8B030D-6E8A-4147-A177-3AD203B41FA5}">
                      <a16:colId xmlns:a16="http://schemas.microsoft.com/office/drawing/2014/main" val="3743783460"/>
                    </a:ext>
                  </a:extLst>
                </a:gridCol>
                <a:gridCol w="737457">
                  <a:extLst>
                    <a:ext uri="{9D8B030D-6E8A-4147-A177-3AD203B41FA5}">
                      <a16:colId xmlns:a16="http://schemas.microsoft.com/office/drawing/2014/main" val="2100472552"/>
                    </a:ext>
                  </a:extLst>
                </a:gridCol>
                <a:gridCol w="676000">
                  <a:extLst>
                    <a:ext uri="{9D8B030D-6E8A-4147-A177-3AD203B41FA5}">
                      <a16:colId xmlns:a16="http://schemas.microsoft.com/office/drawing/2014/main" val="2638498830"/>
                    </a:ext>
                  </a:extLst>
                </a:gridCol>
                <a:gridCol w="1130766">
                  <a:extLst>
                    <a:ext uri="{9D8B030D-6E8A-4147-A177-3AD203B41FA5}">
                      <a16:colId xmlns:a16="http://schemas.microsoft.com/office/drawing/2014/main" val="183988838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110517848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3330325653"/>
                    </a:ext>
                  </a:extLst>
                </a:gridCol>
                <a:gridCol w="2500135">
                  <a:extLst>
                    <a:ext uri="{9D8B030D-6E8A-4147-A177-3AD203B41FA5}">
                      <a16:colId xmlns:a16="http://schemas.microsoft.com/office/drawing/2014/main" val="1305452620"/>
                    </a:ext>
                  </a:extLst>
                </a:gridCol>
              </a:tblGrid>
              <a:tr h="623262">
                <a:tc>
                  <a:txBody>
                    <a:bodyPr/>
                    <a:lstStyle/>
                    <a:p>
                      <a:r>
                        <a:rPr lang="en-US" dirty="0"/>
                        <a:t>Bit 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 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 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Interrupt Type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Interrupt Source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Interrupt Reset Control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913208"/>
                  </a:ext>
                </a:extLst>
              </a:tr>
              <a:tr h="6232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1st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Receiver Line Status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Parity, Overrun or Framing errors or Break Interrupt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Reading the Line Status Register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403960"/>
                  </a:ext>
                </a:extLst>
              </a:tr>
              <a:tr h="8541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Receiver Data available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FIFO trigger level reached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FIFO drops below trigger level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532911"/>
                  </a:ext>
                </a:extLst>
              </a:tr>
              <a:tr h="11541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3rd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Timeout Indication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RX FIFO has data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No new data received or read for 4 character times</a:t>
                      </a:r>
                      <a:endParaRPr lang="en-US" b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Reading from the FIFO (Receiver Buffer Register)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632905"/>
                  </a:ext>
                </a:extLst>
              </a:tr>
              <a:tr h="11080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Transmitter Holding Register empty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Transmitter Holding Register Empty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Writing to the Transmitter Holding Register or reading IIR.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843601"/>
                  </a:ext>
                </a:extLst>
              </a:tr>
              <a:tr h="62326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Modem Status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CTS, DSR, RI or DCD.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latin typeface="Calibri"/>
                        </a:rPr>
                        <a:t>Reading the Modem status register.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168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17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DD3B7-E0A2-CA3D-978E-88F625AA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EE32DCE-E000-FADC-BB3A-F72B6398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FIFO Control Register (FCR)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3A0733-0444-0A02-2B37-FF897B9F4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181" y="1186169"/>
            <a:ext cx="11241566" cy="50529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55905">
              <a:buClr>
                <a:srgbClr val="297D53"/>
              </a:buClr>
            </a:pPr>
            <a:r>
              <a:rPr lang="en-GB" sz="2400" noProof="1">
                <a:ea typeface="+mn-lt"/>
                <a:cs typeface="+mn-lt"/>
              </a:rPr>
              <a:t>The FCR allows selection of the FIFO trigger level (the number of bytes in FIFO required to enable the Received Data Available interrupt).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109855" indent="0">
              <a:buNone/>
            </a:pPr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633D57-FAC9-2B9E-D60F-77B01B4DA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57360"/>
              </p:ext>
            </p:extLst>
          </p:nvPr>
        </p:nvGraphicFramePr>
        <p:xfrm>
          <a:off x="762000" y="1984744"/>
          <a:ext cx="10109871" cy="478638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54139">
                  <a:extLst>
                    <a:ext uri="{9D8B030D-6E8A-4147-A177-3AD203B41FA5}">
                      <a16:colId xmlns:a16="http://schemas.microsoft.com/office/drawing/2014/main" val="1831344455"/>
                    </a:ext>
                  </a:extLst>
                </a:gridCol>
                <a:gridCol w="1900494">
                  <a:extLst>
                    <a:ext uri="{9D8B030D-6E8A-4147-A177-3AD203B41FA5}">
                      <a16:colId xmlns:a16="http://schemas.microsoft.com/office/drawing/2014/main" val="4279610095"/>
                    </a:ext>
                  </a:extLst>
                </a:gridCol>
                <a:gridCol w="6355238">
                  <a:extLst>
                    <a:ext uri="{9D8B030D-6E8A-4147-A177-3AD203B41FA5}">
                      <a16:colId xmlns:a16="http://schemas.microsoft.com/office/drawing/2014/main" val="2677107411"/>
                    </a:ext>
                  </a:extLst>
                </a:gridCol>
              </a:tblGrid>
              <a:tr h="3223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Bit # </a:t>
                      </a:r>
                      <a:endParaRPr lang="en-US" b="1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548399"/>
                  </a:ext>
                </a:extLst>
              </a:tr>
              <a:tr h="5614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Ignored (Used to enable FIFOs in NS16550D). Since this UART only supports FIFO mode, this bit is ignored.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689650"/>
                  </a:ext>
                </a:extLst>
              </a:tr>
              <a:tr h="10398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Clears Receiver FIFO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Writing </a:t>
                      </a:r>
                      <a:r>
                        <a:rPr lang="en-US" b="0" i="0" u="none" strike="noStrike" noProof="0" dirty="0">
                          <a:latin typeface="Consolas"/>
                        </a:rPr>
                        <a:t>1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 → clears RX FIFO and resets its internal logic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Shift register not cleared, i.e., the byte currently being received continues normally</a:t>
                      </a:r>
                      <a:endParaRPr lang="en-US" b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267078"/>
                  </a:ext>
                </a:extLst>
              </a:tr>
              <a:tr h="12789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Clears Transmitter FIFO</a:t>
                      </a:r>
                      <a:endParaRPr lang="en-US" b="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Writing </a:t>
                      </a:r>
                      <a:r>
                        <a:rPr lang="en-US" b="0" i="0" u="none" strike="noStrike" noProof="0" dirty="0">
                          <a:latin typeface="Consolas"/>
                        </a:rPr>
                        <a:t>1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 → clears TX FIFO and resets its logic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Shift register not cleared, so the byte currently being transmitted continues</a:t>
                      </a:r>
                      <a:endParaRPr lang="en-US" b="0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025631"/>
                  </a:ext>
                </a:extLst>
              </a:tr>
              <a:tr h="4887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Ignored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390076"/>
                  </a:ext>
                </a:extLst>
              </a:tr>
              <a:tr h="561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7-6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Define the Receiver FIFO Interrupt trigger level ‘00’ – 1 byte ‘01’ – 4 bytes ‘10’ – 8 bytes ‘11’ – 14 bytes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44456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9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269E-E12A-C846-ADEB-A3F2B2106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50E695A-F14F-D64E-2E1F-EFDE1854F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Line Control Register (LCR)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1527E5-F2DF-74F5-6E19-DB8CF301E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181" y="1186169"/>
            <a:ext cx="11241566" cy="50529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55905">
              <a:buClr>
                <a:srgbClr val="297D53"/>
              </a:buClr>
            </a:pPr>
            <a:r>
              <a:rPr lang="en-GB" sz="2400" noProof="1">
                <a:ea typeface="+mn-lt"/>
                <a:cs typeface="+mn-lt"/>
              </a:rPr>
              <a:t>The line control register allows the specification of the format of the asynchronous data communication used.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109855" indent="0">
              <a:buClr>
                <a:srgbClr val="297D53"/>
              </a:buClr>
              <a:buNone/>
            </a:pPr>
            <a:endParaRPr lang="en-GB" sz="2400" noProof="1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BBD6F7-68E7-BFE1-69E3-3CA1BD5AF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576279"/>
              </p:ext>
            </p:extLst>
          </p:nvPr>
        </p:nvGraphicFramePr>
        <p:xfrm>
          <a:off x="558564" y="2016003"/>
          <a:ext cx="10073684" cy="4845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1295509636"/>
                    </a:ext>
                  </a:extLst>
                </a:gridCol>
                <a:gridCol w="1226343">
                  <a:extLst>
                    <a:ext uri="{9D8B030D-6E8A-4147-A177-3AD203B41FA5}">
                      <a16:colId xmlns:a16="http://schemas.microsoft.com/office/drawing/2014/main" val="3809628364"/>
                    </a:ext>
                  </a:extLst>
                </a:gridCol>
                <a:gridCol w="7740060">
                  <a:extLst>
                    <a:ext uri="{9D8B030D-6E8A-4147-A177-3AD203B41FA5}">
                      <a16:colId xmlns:a16="http://schemas.microsoft.com/office/drawing/2014/main" val="4185940685"/>
                    </a:ext>
                  </a:extLst>
                </a:gridCol>
              </a:tblGrid>
              <a:tr h="100173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Bit # 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857564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Select number of bits in each character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‘00’ – 5 bits, ‘01’ – 6 bits, ‘10’ – 7 bits ‘11’ – 8 bits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03749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Specify the number of generated stop bits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'0' - 1 stop bit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'1' - 1.5 stop bits (only if 5-bit data)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'1' -  2 stop bits (for 6/7/8-bit data)</a:t>
                      </a:r>
                    </a:p>
                    <a:p>
                      <a:pPr lvl="0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9987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Parity Enable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‘0’ – No parity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‘1’ – Parity bit </a:t>
                      </a:r>
                      <a:r>
                        <a:rPr lang="en-US" b="0" i="0" u="none" strike="noStrike" noProof="0" dirty="0"/>
                        <a:t>If enabled: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/>
                        <a:t>Transmitter adds parity bit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/>
                        <a:t>Receiver checks parity bit</a:t>
                      </a:r>
                      <a:endParaRPr lang="en-US" b="0"/>
                    </a:p>
                    <a:p>
                      <a:pPr lvl="0" algn="l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7405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1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8701-DDA2-827A-12FE-8870669B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03F21D-3C29-3B1F-6C6B-D891832B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Line Control Register (LCR)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C6E5FA-D377-9B51-8065-DD9587A4A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690290"/>
              </p:ext>
            </p:extLst>
          </p:nvPr>
        </p:nvGraphicFramePr>
        <p:xfrm>
          <a:off x="558209" y="1311348"/>
          <a:ext cx="10073684" cy="56495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1295509636"/>
                    </a:ext>
                  </a:extLst>
                </a:gridCol>
                <a:gridCol w="1226343">
                  <a:extLst>
                    <a:ext uri="{9D8B030D-6E8A-4147-A177-3AD203B41FA5}">
                      <a16:colId xmlns:a16="http://schemas.microsoft.com/office/drawing/2014/main" val="3809628364"/>
                    </a:ext>
                  </a:extLst>
                </a:gridCol>
                <a:gridCol w="7740060">
                  <a:extLst>
                    <a:ext uri="{9D8B030D-6E8A-4147-A177-3AD203B41FA5}">
                      <a16:colId xmlns:a16="http://schemas.microsoft.com/office/drawing/2014/main" val="4185940685"/>
                    </a:ext>
                  </a:extLst>
                </a:gridCol>
              </a:tblGrid>
              <a:tr h="64293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Bit # 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857564"/>
                  </a:ext>
                </a:extLst>
              </a:tr>
              <a:tr h="10890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Even Parity Select</a:t>
                      </a:r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Selects odd or even parity (only valid if parity enabled).</a:t>
                      </a:r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'0' - Odd parity</a:t>
                      </a:r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'1' - Even parity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03749"/>
                  </a:ext>
                </a:extLst>
              </a:tr>
              <a:tr h="124146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Stick Parity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/>
                        <a:t>Forces parity bit to a fixed value.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‘0’ – Stick Parity disabled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‘1’ - Stick parity enabled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9987"/>
                  </a:ext>
                </a:extLst>
              </a:tr>
              <a:tr h="1481042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Break Control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/>
                        <a:t>Forces TX line to logic 0 continuously.</a:t>
                      </a:r>
                      <a:endParaRPr lang="en-US" b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'0' - </a:t>
                      </a:r>
                      <a:r>
                        <a:rPr lang="en-US" b="0" i="0" u="none" strike="noStrike" noProof="0" dirty="0"/>
                        <a:t>Normal operation</a:t>
                      </a:r>
                      <a:endParaRPr lang="en-US" b="0" i="0" u="none" strike="noStrike" noProof="0" dirty="0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'1' - 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TX line forced LOW (Break condition)</a:t>
                      </a:r>
                      <a:endParaRPr lang="en-US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405371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863104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F25FAD8-D70D-3D98-3971-5FC403F94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36397"/>
              </p:ext>
            </p:extLst>
          </p:nvPr>
        </p:nvGraphicFramePr>
        <p:xfrm>
          <a:off x="559442" y="5864506"/>
          <a:ext cx="10061604" cy="914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061604">
                  <a:extLst>
                    <a:ext uri="{9D8B030D-6E8A-4147-A177-3AD203B41FA5}">
                      <a16:colId xmlns:a16="http://schemas.microsoft.com/office/drawing/2014/main" val="3595712682"/>
                    </a:ext>
                  </a:extLst>
                </a:gridCol>
              </a:tblGrid>
              <a:tr h="903422">
                <a:tc>
                  <a:txBody>
                    <a:bodyPr/>
                    <a:lstStyle/>
                    <a:p>
                      <a:r>
                        <a:rPr lang="en-US" b="0" dirty="0"/>
                        <a:t>7                    RW                 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Divisor Latch Access bit. </a:t>
                      </a:r>
                      <a:endParaRPr lang="en-US" b="0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                                            ‘1’ – The divisor latches can be accessed </a:t>
                      </a:r>
                      <a:endParaRPr lang="en-US" b="0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                                             ‘0’ – The normal registers are accessed</a:t>
                      </a:r>
                      <a:endParaRPr lang="en-US" b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2506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07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E70A-62C6-1E55-97AD-CE9EBB72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46E44B-5182-999E-AE2D-E0ECC17C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Modem Control Register (LCR)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ED538B-CEA2-4307-987D-D8B43CC85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181" y="1186169"/>
            <a:ext cx="11241566" cy="505295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Modem Control Register (MCR) controls handshaking signals between UART and a modem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09855" indent="0">
              <a:buClr>
                <a:srgbClr val="297D53"/>
              </a:buClr>
              <a:buNone/>
            </a:pPr>
            <a:endParaRPr lang="en-GB" sz="2400" noProof="1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E8BAC1-9078-FD89-3ACF-1181A36D6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969641"/>
              </p:ext>
            </p:extLst>
          </p:nvPr>
        </p:nvGraphicFramePr>
        <p:xfrm>
          <a:off x="717697" y="1816395"/>
          <a:ext cx="10073684" cy="45625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1295509636"/>
                    </a:ext>
                  </a:extLst>
                </a:gridCol>
                <a:gridCol w="1226343">
                  <a:extLst>
                    <a:ext uri="{9D8B030D-6E8A-4147-A177-3AD203B41FA5}">
                      <a16:colId xmlns:a16="http://schemas.microsoft.com/office/drawing/2014/main" val="3809628364"/>
                    </a:ext>
                  </a:extLst>
                </a:gridCol>
                <a:gridCol w="7740060">
                  <a:extLst>
                    <a:ext uri="{9D8B030D-6E8A-4147-A177-3AD203B41FA5}">
                      <a16:colId xmlns:a16="http://schemas.microsoft.com/office/drawing/2014/main" val="4185940685"/>
                    </a:ext>
                  </a:extLst>
                </a:gridCol>
              </a:tblGrid>
              <a:tr h="64293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Bit # 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857564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DTR (Data Terminal Ready) Control Signal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DTR output = </a:t>
                      </a:r>
                      <a:r>
                        <a:rPr lang="en-US" dirty="0">
                          <a:latin typeface="Consolas"/>
                        </a:rPr>
                        <a:t>1</a:t>
                      </a:r>
                      <a:r>
                        <a:rPr lang="en-US" dirty="0"/>
                        <a:t> (UART is ready)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DTR output = </a:t>
                      </a:r>
                      <a:r>
                        <a:rPr lang="en-US" dirty="0">
                          <a:latin typeface="Consolas"/>
                        </a:rPr>
                        <a:t>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03749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RTS (Request To Send) control signal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RTS output = </a:t>
                      </a:r>
                      <a:r>
                        <a:rPr lang="en-US" dirty="0">
                          <a:latin typeface="Consolas"/>
                        </a:rPr>
                        <a:t>1(UART asks Modem)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RTS output = </a:t>
                      </a:r>
                      <a:r>
                        <a:rPr lang="en-US" dirty="0">
                          <a:latin typeface="Consolas"/>
                        </a:rPr>
                        <a:t>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9987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Out1. In loopback mode, connected Ring Indicator (RI) signal input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endParaRPr lang="en-US" b="0" i="0" u="none" strike="noStrike" noProof="0" dirty="0">
                        <a:latin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405371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 i="0" u="none" strike="noStrike" noProof="0" dirty="0"/>
                        <a:t>Out2. In loopback mode, connected to Data Carrier Detect (DCD) input.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727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1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D087-60F5-626E-1C68-9FE71467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6FD8B8-3C68-27B4-1283-C2CDAED93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Modem Control Register (LCR)</a:t>
            </a:r>
            <a:endParaRPr lang="en-US" dirty="0"/>
          </a:p>
          <a:p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C877B-376A-792E-95C1-D5A15E31F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48208"/>
              </p:ext>
            </p:extLst>
          </p:nvPr>
        </p:nvGraphicFramePr>
        <p:xfrm>
          <a:off x="717697" y="1816395"/>
          <a:ext cx="10073684" cy="447931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1295509636"/>
                    </a:ext>
                  </a:extLst>
                </a:gridCol>
                <a:gridCol w="1226343">
                  <a:extLst>
                    <a:ext uri="{9D8B030D-6E8A-4147-A177-3AD203B41FA5}">
                      <a16:colId xmlns:a16="http://schemas.microsoft.com/office/drawing/2014/main" val="3809628364"/>
                    </a:ext>
                  </a:extLst>
                </a:gridCol>
                <a:gridCol w="7740060">
                  <a:extLst>
                    <a:ext uri="{9D8B030D-6E8A-4147-A177-3AD203B41FA5}">
                      <a16:colId xmlns:a16="http://schemas.microsoft.com/office/drawing/2014/main" val="4185940685"/>
                    </a:ext>
                  </a:extLst>
                </a:gridCol>
              </a:tblGrid>
              <a:tr h="64293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Bit # 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857564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Loopback mode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‘0’ – normal operation 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‘1’ – loopback mode. When in loopback mode, </a:t>
                      </a:r>
                      <a:r>
                        <a:rPr lang="en-US" b="0" i="0" u="none" strike="noStrike" noProof="0" dirty="0"/>
                        <a:t>UART tests itself</a:t>
                      </a:r>
                      <a:endParaRPr lang="en-US" b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/>
                        <a:t>No external modem needed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b="0" i="0" u="none" strike="noStrike" noProof="0" dirty="0"/>
                        <a:t>Transmitter output internally connected to receiver input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The following connections are made: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DTR </a:t>
                      </a:r>
                      <a:r>
                        <a:rPr lang="en-US" b="1" i="0" u="none" strike="noStrike" noProof="0" dirty="0">
                          <a:latin typeface="Calibri"/>
                        </a:rPr>
                        <a:t>-&gt; 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DSR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RTS  -&gt; CTS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Out1 -&gt;RI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 Out2  -&gt; DCD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03749"/>
                  </a:ext>
                </a:extLst>
              </a:tr>
              <a:tr h="10017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7-5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Ignored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9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07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1" y="45188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>
                <a:ea typeface="+mj-lt"/>
                <a:cs typeface="+mj-lt"/>
              </a:rPr>
              <a:t>Line Status Register (LSR)</a:t>
            </a:r>
            <a:r>
              <a:rPr lang="en-GB" noProof="1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65" y="1265912"/>
            <a:ext cx="10972800" cy="10556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55905"/>
            <a:r>
              <a:rPr lang="en-GB" noProof="1">
                <a:ea typeface="+mn-lt"/>
                <a:cs typeface="+mn-lt"/>
              </a:rPr>
              <a:t>Line Status Register (LSR) tells the current status of UART transmission and reception:</a:t>
            </a:r>
            <a:endParaRPr lang="en-US" dirty="0">
              <a:ea typeface="Calibri"/>
              <a:cs typeface="Calibri"/>
            </a:endParaRPr>
          </a:p>
          <a:p>
            <a:pPr indent="-255905">
              <a:buClr>
                <a:srgbClr val="297D53"/>
              </a:buClr>
            </a:pPr>
            <a:endParaRPr lang="en-US"/>
          </a:p>
          <a:p>
            <a:pPr marL="109855" indent="0">
              <a:buClr>
                <a:srgbClr val="297D53"/>
              </a:buClr>
              <a:buNone/>
            </a:pPr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4C9A57-D24C-C095-0051-0D36F97CD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68148"/>
              </p:ext>
            </p:extLst>
          </p:nvPr>
        </p:nvGraphicFramePr>
        <p:xfrm>
          <a:off x="611371" y="2170814"/>
          <a:ext cx="10978005" cy="43167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35842">
                  <a:extLst>
                    <a:ext uri="{9D8B030D-6E8A-4147-A177-3AD203B41FA5}">
                      <a16:colId xmlns:a16="http://schemas.microsoft.com/office/drawing/2014/main" val="2049652105"/>
                    </a:ext>
                  </a:extLst>
                </a:gridCol>
                <a:gridCol w="1416843">
                  <a:extLst>
                    <a:ext uri="{9D8B030D-6E8A-4147-A177-3AD203B41FA5}">
                      <a16:colId xmlns:a16="http://schemas.microsoft.com/office/drawing/2014/main" val="2925975752"/>
                    </a:ext>
                  </a:extLst>
                </a:gridCol>
                <a:gridCol w="8525320">
                  <a:extLst>
                    <a:ext uri="{9D8B030D-6E8A-4147-A177-3AD203B41FA5}">
                      <a16:colId xmlns:a16="http://schemas.microsoft.com/office/drawing/2014/main" val="119936943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#Bit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Access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86118"/>
                  </a:ext>
                </a:extLst>
              </a:tr>
              <a:tr h="10431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DR (Data Ready)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 Indicates received data availability.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data in RX FIFO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At least one byte is available in RX FIFO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340186"/>
                  </a:ext>
                </a:extLst>
              </a:tr>
              <a:tr h="10431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OE (Overrun Error)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RX FIFO overflow detection.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FIFO full and new data arrived → data loss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overrun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521471"/>
                  </a:ext>
                </a:extLst>
              </a:tr>
              <a:tr h="10431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PE (Parity Error)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Parity check error detection.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Parity error in received character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parity error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005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55674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/>
              <a:t>Line Status Register (LSR)</a:t>
            </a:r>
            <a:r>
              <a:rPr lang="en-GB" noProof="1"/>
              <a:t> </a:t>
            </a:r>
            <a:endParaRPr lang="en-GB" noProof="1">
              <a:solidFill>
                <a:srgbClr val="000000"/>
              </a:solidFill>
            </a:endParaRPr>
          </a:p>
          <a:p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E11392-97E3-4CE7-B146-3D12A3391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965414"/>
              </p:ext>
            </p:extLst>
          </p:nvPr>
        </p:nvGraphicFramePr>
        <p:xfrm>
          <a:off x="832883" y="1249325"/>
          <a:ext cx="10869485" cy="55927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4237600303"/>
                    </a:ext>
                  </a:extLst>
                </a:gridCol>
                <a:gridCol w="1369218">
                  <a:extLst>
                    <a:ext uri="{9D8B030D-6E8A-4147-A177-3AD203B41FA5}">
                      <a16:colId xmlns:a16="http://schemas.microsoft.com/office/drawing/2014/main" val="148440921"/>
                    </a:ext>
                  </a:extLst>
                </a:gridCol>
                <a:gridCol w="8392986">
                  <a:extLst>
                    <a:ext uri="{9D8B030D-6E8A-4147-A177-3AD203B41FA5}">
                      <a16:colId xmlns:a16="http://schemas.microsoft.com/office/drawing/2014/main" val="322817961"/>
                    </a:ext>
                  </a:extLst>
                </a:gridCol>
              </a:tblGrid>
              <a:tr h="10132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FE (Framing Error)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Stop-bit error detection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Consolas"/>
                        </a:rPr>
                        <a:t>'1' - </a:t>
                      </a:r>
                      <a:r>
                        <a:rPr lang="en-US" b="0" dirty="0"/>
                        <a:t>Stop bit is invalid or missing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Consolas"/>
                        </a:rPr>
                        <a:t>'0' - </a:t>
                      </a:r>
                      <a:r>
                        <a:rPr lang="en-US" b="0" dirty="0"/>
                        <a:t>Stop bit correct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98020"/>
                  </a:ext>
                </a:extLst>
              </a:tr>
              <a:tr h="1013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BI (Break Interrupt)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 Detects long LOW condition on RX line.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'1'- </a:t>
                      </a:r>
                      <a:r>
                        <a:rPr lang="en-US" dirty="0"/>
                        <a:t>Line held LOW longer than one frame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break condition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040241"/>
                  </a:ext>
                </a:extLst>
              </a:tr>
              <a:tr h="1013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Transmit FIFO is empty. </a:t>
                      </a:r>
                    </a:p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TX FIFO status.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TX FIFO empty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TX FIFO has data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62578"/>
                  </a:ext>
                </a:extLst>
              </a:tr>
              <a:tr h="1013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Transmitter Empty indicator.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TX FIFO </a:t>
                      </a:r>
                      <a:r>
                        <a:rPr lang="en-US" b="1" dirty="0"/>
                        <a:t>and</a:t>
                      </a:r>
                      <a:r>
                        <a:rPr lang="en-US" dirty="0"/>
                        <a:t> shift register empty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Transmission still in progress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296142"/>
                  </a:ext>
                </a:extLst>
              </a:tr>
              <a:tr h="1013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Error in FIFO ,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Error summary bit.</a:t>
                      </a:r>
                      <a:endParaRPr lang="en-US" b="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At least one error in RX FIFO(</a:t>
                      </a:r>
                      <a:r>
                        <a:rPr lang="en-US" b="0" i="0" u="none" strike="noStrike" noProof="0" dirty="0">
                          <a:latin typeface="Calibri"/>
                        </a:rPr>
                        <a:t>Parity error, Framing error ,Break error)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errors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719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9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1" y="877186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noProof="1">
                <a:ea typeface="+mj-lt"/>
                <a:cs typeface="+mj-lt"/>
              </a:rPr>
              <a:t>Modem Status Register (MSR)</a:t>
            </a:r>
            <a:r>
              <a:rPr lang="en-GB" noProof="1">
                <a:ea typeface="+mj-lt"/>
                <a:cs typeface="+mj-lt"/>
              </a:rPr>
              <a:t> </a:t>
            </a:r>
            <a:endParaRPr lang="en-US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GB" noProof="1">
              <a:ea typeface="Calibri"/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901995" y="1070982"/>
            <a:ext cx="10972800" cy="43251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55905"/>
            <a:r>
              <a:rPr lang="en-GB" noProof="1">
                <a:ea typeface="+mn-lt"/>
                <a:cs typeface="+mn-lt"/>
              </a:rPr>
              <a:t>Current state of modem control lines</a:t>
            </a:r>
            <a:endParaRPr lang="en-US" dirty="0"/>
          </a:p>
          <a:p>
            <a:pPr indent="-255905">
              <a:buClr>
                <a:srgbClr val="297D53"/>
              </a:buClr>
            </a:pPr>
            <a:r>
              <a:rPr lang="en-GB" noProof="1">
                <a:ea typeface="+mn-lt"/>
                <a:cs typeface="+mn-lt"/>
              </a:rPr>
              <a:t>Whether those signals have changed since the last read</a:t>
            </a:r>
            <a:endParaRPr lang="en-GB" dirty="0"/>
          </a:p>
          <a:p>
            <a:pPr marL="109855" indent="0">
              <a:buClr>
                <a:srgbClr val="297D53"/>
              </a:buClr>
              <a:buNone/>
            </a:pPr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83A667-E389-6ED5-D583-FC1A0DBD8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382833"/>
              </p:ext>
            </p:extLst>
          </p:nvPr>
        </p:nvGraphicFramePr>
        <p:xfrm>
          <a:off x="770860" y="2073348"/>
          <a:ext cx="10797131" cy="428101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31092">
                  <a:extLst>
                    <a:ext uri="{9D8B030D-6E8A-4147-A177-3AD203B41FA5}">
                      <a16:colId xmlns:a16="http://schemas.microsoft.com/office/drawing/2014/main" val="1877541472"/>
                    </a:ext>
                  </a:extLst>
                </a:gridCol>
                <a:gridCol w="1583531">
                  <a:extLst>
                    <a:ext uri="{9D8B030D-6E8A-4147-A177-3AD203B41FA5}">
                      <a16:colId xmlns:a16="http://schemas.microsoft.com/office/drawing/2014/main" val="3333672686"/>
                    </a:ext>
                  </a:extLst>
                </a:gridCol>
                <a:gridCol w="8082508">
                  <a:extLst>
                    <a:ext uri="{9D8B030D-6E8A-4147-A177-3AD203B41FA5}">
                      <a16:colId xmlns:a16="http://schemas.microsoft.com/office/drawing/2014/main" val="302175598"/>
                    </a:ext>
                  </a:extLst>
                </a:gridCol>
              </a:tblGrid>
              <a:tr h="4405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Bit # </a:t>
                      </a:r>
                      <a:endParaRPr lang="en-US" b="1" dirty="0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Access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 u="none" strike="noStrike" noProof="0" dirty="0">
                          <a:latin typeface="Calibri"/>
                        </a:rPr>
                        <a:t>Description </a:t>
                      </a:r>
                      <a:endParaRPr lang="en-US" b="1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65838"/>
                  </a:ext>
                </a:extLst>
              </a:tr>
              <a:tr h="11412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DCTS (Delta Clear To Send)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Detects change in CTS signal.</a:t>
                      </a:r>
                      <a:endParaRPr lang="en-US" b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CTS line changed (0→1 or 1→0)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change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301151"/>
                  </a:ext>
                </a:extLst>
              </a:tr>
              <a:tr h="11412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DDSR (Delta Data Set Ready)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Detects change in DSR signal.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 - </a:t>
                      </a:r>
                      <a:r>
                        <a:rPr lang="en-US" dirty="0"/>
                        <a:t>DSR line changed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change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876297"/>
                  </a:ext>
                </a:extLst>
              </a:tr>
              <a:tr h="11412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TERI (Trailing Edge Ring Indicator)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Detects falling edge of RI signal.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'1'- </a:t>
                      </a:r>
                      <a:r>
                        <a:rPr lang="en-US" dirty="0"/>
                        <a:t>RI changed from HIGH → LOW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/>
                        </a:rPr>
                        <a:t>'0' - </a:t>
                      </a:r>
                      <a:r>
                        <a:rPr lang="en-US" dirty="0"/>
                        <a:t>No falling edge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4686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9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603C-7C0D-4828-F440-FF5727AA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D36B-31D1-863C-8FC3-29A9A4A7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40" y="655674"/>
            <a:ext cx="10972800" cy="10668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GB" b="1" noProof="1"/>
            </a:br>
            <a:r>
              <a:rPr lang="en-GB" b="1" noProof="1"/>
              <a:t>Modem Status Register (MSR)</a:t>
            </a:r>
            <a:r>
              <a:rPr lang="en-GB" noProof="1"/>
              <a:t> </a:t>
            </a:r>
            <a:endParaRPr lang="en-GB" noProof="1">
              <a:solidFill>
                <a:srgbClr val="000000"/>
              </a:solidFill>
            </a:endParaRPr>
          </a:p>
          <a:p>
            <a:endParaRPr lang="en-GB" noProof="1">
              <a:solidFill>
                <a:srgbClr val="455F51"/>
              </a:solidFill>
              <a:ea typeface="Calibri"/>
              <a:cs typeface="Calibri"/>
            </a:endParaRPr>
          </a:p>
          <a:p>
            <a:endParaRPr lang="en-GB" noProof="1"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2EB221-D594-D6A3-5E0D-A1400E629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79642"/>
              </p:ext>
            </p:extLst>
          </p:nvPr>
        </p:nvGraphicFramePr>
        <p:xfrm>
          <a:off x="832883" y="1249325"/>
          <a:ext cx="10869485" cy="34240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7281">
                  <a:extLst>
                    <a:ext uri="{9D8B030D-6E8A-4147-A177-3AD203B41FA5}">
                      <a16:colId xmlns:a16="http://schemas.microsoft.com/office/drawing/2014/main" val="4237600303"/>
                    </a:ext>
                  </a:extLst>
                </a:gridCol>
                <a:gridCol w="1369218">
                  <a:extLst>
                    <a:ext uri="{9D8B030D-6E8A-4147-A177-3AD203B41FA5}">
                      <a16:colId xmlns:a16="http://schemas.microsoft.com/office/drawing/2014/main" val="148440921"/>
                    </a:ext>
                  </a:extLst>
                </a:gridCol>
                <a:gridCol w="8392986">
                  <a:extLst>
                    <a:ext uri="{9D8B030D-6E8A-4147-A177-3AD203B41FA5}">
                      <a16:colId xmlns:a16="http://schemas.microsoft.com/office/drawing/2014/main" val="322817961"/>
                    </a:ext>
                  </a:extLst>
                </a:gridCol>
              </a:tblGrid>
              <a:tr h="1020708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DDCD (Delta Data Carrier Detect)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Detects change in DCD signal.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Consolas"/>
                        </a:rPr>
                        <a:t>'1' - </a:t>
                      </a:r>
                      <a:r>
                        <a:rPr lang="en-US" b="0" dirty="0"/>
                        <a:t>DCD line changed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Consolas"/>
                        </a:rPr>
                        <a:t>'0' - </a:t>
                      </a:r>
                      <a:r>
                        <a:rPr lang="en-US" b="0" dirty="0"/>
                        <a:t>No change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98020"/>
                  </a:ext>
                </a:extLst>
              </a:tr>
              <a:tr h="408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Complement of the CTS input or equals to RTS in loopback mode.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040241"/>
                  </a:ext>
                </a:extLst>
              </a:tr>
              <a:tr h="4899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Complement of the DSR input or equals to DTR in loopback mode.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62578"/>
                  </a:ext>
                </a:extLst>
              </a:tr>
              <a:tr h="46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/>
                        <a:t>Complement of the RI input or equals to Out1 in loopback mode.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296142"/>
                  </a:ext>
                </a:extLst>
              </a:tr>
              <a:tr h="867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noProof="0" dirty="0"/>
                        <a:t>Complement of the DCD input or equals to Out2 in loopback mode.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719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11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12558"/>
            <a:ext cx="10972800" cy="10668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GB" sz="8000" b="1" noProof="1"/>
              <a:t>THANK YOU</a:t>
            </a:r>
            <a:endParaRPr lang="en-US" sz="80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53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88ED-F0C5-2EE0-0085-75A8937C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272CDF-15A4-DFBD-2D46-586C56CE1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784997"/>
              </p:ext>
            </p:extLst>
          </p:nvPr>
        </p:nvGraphicFramePr>
        <p:xfrm>
          <a:off x="600075" y="1304925"/>
          <a:ext cx="10764312" cy="503836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1078">
                  <a:extLst>
                    <a:ext uri="{9D8B030D-6E8A-4147-A177-3AD203B41FA5}">
                      <a16:colId xmlns:a16="http://schemas.microsoft.com/office/drawing/2014/main" val="680424521"/>
                    </a:ext>
                  </a:extLst>
                </a:gridCol>
                <a:gridCol w="2691078">
                  <a:extLst>
                    <a:ext uri="{9D8B030D-6E8A-4147-A177-3AD203B41FA5}">
                      <a16:colId xmlns:a16="http://schemas.microsoft.com/office/drawing/2014/main" val="2559737704"/>
                    </a:ext>
                  </a:extLst>
                </a:gridCol>
                <a:gridCol w="2691078">
                  <a:extLst>
                    <a:ext uri="{9D8B030D-6E8A-4147-A177-3AD203B41FA5}">
                      <a16:colId xmlns:a16="http://schemas.microsoft.com/office/drawing/2014/main" val="3578874534"/>
                    </a:ext>
                  </a:extLst>
                </a:gridCol>
                <a:gridCol w="2691078">
                  <a:extLst>
                    <a:ext uri="{9D8B030D-6E8A-4147-A177-3AD203B41FA5}">
                      <a16:colId xmlns:a16="http://schemas.microsoft.com/office/drawing/2014/main" val="4107210599"/>
                    </a:ext>
                  </a:extLst>
                </a:gridCol>
              </a:tblGrid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UART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I2C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609475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clock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i="0" u="none" strike="noStrike" noProof="0" dirty="0">
                          <a:latin typeface="Calibri"/>
                        </a:rPr>
                        <a:t>No (Asynchronous)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synchronous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synchronous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83831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wires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929605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speed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1-2mbps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10-100mbps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3.4mbps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005970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Addressing</a:t>
                      </a:r>
                      <a:endParaRPr lang="en-US" b="1" dirty="0" err="1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Limited(cs)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969253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communication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 –to-point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Master-slave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Master-slave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083242"/>
                  </a:ext>
                </a:extLst>
              </a:tr>
              <a:tr h="7197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Use case</a:t>
                      </a:r>
                      <a:endParaRPr lang="en-US" b="1" dirty="0" err="1"/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Gps</a:t>
                      </a:r>
                      <a:r>
                        <a:rPr lang="en-US" dirty="0"/>
                        <a:t> module ,</a:t>
                      </a:r>
                      <a:r>
                        <a:rPr lang="en-US" dirty="0" err="1"/>
                        <a:t>bluetooth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displays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sensors</a:t>
                      </a:r>
                      <a:endParaRPr lang="en-US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542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38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228600"/>
            <a:ext cx="10972800" cy="106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1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87399"/>
            <a:ext cx="10972800" cy="5210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1)find over header precentage?</a:t>
            </a:r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Start bit =1,data bits=8,stop bit=1</a:t>
            </a:r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1A)total bits =10,overheader bits =2</a:t>
            </a:r>
            <a:endParaRPr lang="en-GB" noProof="1"/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Overheader precentage = 20%</a:t>
            </a:r>
            <a:endParaRPr lang="en-GB" noProof="1"/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2)what is baudrate and bitrate?</a:t>
            </a:r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2A)Baudrate = the no of signal changes per second</a:t>
            </a:r>
            <a:endParaRPr lang="en-GB" u="sng" noProof="1"/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      Bitrate     = the no of data bits transfer per second</a:t>
            </a:r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3) what are the errors in i2c?</a:t>
            </a:r>
          </a:p>
          <a:p>
            <a:pPr marL="109855" indent="0">
              <a:buNone/>
            </a:pPr>
            <a:r>
              <a:rPr lang="en-GB" noProof="1">
                <a:ea typeface="Calibri"/>
                <a:cs typeface="Calibri"/>
              </a:rPr>
              <a:t>3A)</a:t>
            </a:r>
            <a:r>
              <a:rPr lang="en-GB" noProof="1">
                <a:solidFill>
                  <a:srgbClr val="455F51"/>
                </a:solidFill>
                <a:ea typeface="Calibri"/>
                <a:cs typeface="Calibri"/>
              </a:rPr>
              <a:t>parity error,framing error,break error,overrun error(RX fifo over flow)</a:t>
            </a:r>
          </a:p>
          <a:p>
            <a:pPr marL="109855" indent="0">
              <a:buNone/>
            </a:pPr>
            <a:r>
              <a:rPr lang="en-GB" noProof="1">
                <a:solidFill>
                  <a:srgbClr val="455F51"/>
                </a:solidFill>
                <a:ea typeface="Calibri"/>
                <a:cs typeface="Calibri"/>
              </a:rPr>
              <a:t>4) what is the method used error detection?</a:t>
            </a:r>
          </a:p>
          <a:p>
            <a:pPr marL="109855" indent="0">
              <a:buNone/>
            </a:pPr>
            <a:r>
              <a:rPr lang="en-GB" noProof="1">
                <a:solidFill>
                  <a:srgbClr val="455F51"/>
                </a:solidFill>
                <a:ea typeface="Calibri"/>
                <a:cs typeface="Calibri"/>
              </a:rPr>
              <a:t>4A) parity bit used error detection</a:t>
            </a:r>
          </a:p>
        </p:txBody>
      </p:sp>
    </p:spTree>
    <p:extLst>
      <p:ext uri="{BB962C8B-B14F-4D97-AF65-F5344CB8AC3E}">
        <p14:creationId xmlns:p14="http://schemas.microsoft.com/office/powerpoint/2010/main" val="380951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5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120965-470A-4541-9EF0-948402BDF60F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EBAF8B0-0F8A-43C1-BEEB-06CBACDF45D9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0D8D599-2A14-4BEE-84AB-F709967062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TF03460604</Template>
  <Application>Microsoft Office PowerPoint</Application>
  <PresentationFormat>Widescreen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Training presentation</vt:lpstr>
      <vt:lpstr>UART(Universal Asynchronous Receiver and Transmitter)</vt:lpstr>
      <vt:lpstr>Introduction</vt:lpstr>
      <vt:lpstr>UART Communication – Frame Structure</vt:lpstr>
      <vt:lpstr>Registers list</vt:lpstr>
      <vt:lpstr>Registers list</vt:lpstr>
      <vt:lpstr>Interrupt Enable Register (IER) </vt:lpstr>
      <vt:lpstr>Interrupt Identification Register(IIR) </vt:lpstr>
      <vt:lpstr>FIFO Control Register (FCR) </vt:lpstr>
      <vt:lpstr>Line Control Register (LCR) </vt:lpstr>
      <vt:lpstr>Line Control Register (LCR) </vt:lpstr>
      <vt:lpstr>Modem Control Register (LCR) </vt:lpstr>
      <vt:lpstr>Modem Control Register (LCR) </vt:lpstr>
      <vt:lpstr>Line Status Register (LSR) </vt:lpstr>
      <vt:lpstr>Line Status Register (LSR)  </vt:lpstr>
      <vt:lpstr>Modem Status Register (MSR)   </vt:lpstr>
      <vt:lpstr> Modem Status Register (MSR)   </vt:lpstr>
      <vt:lpstr>THANK YOU</vt:lpstr>
      <vt:lpstr>PowerPoint Presentation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972</cp:revision>
  <dcterms:created xsi:type="dcterms:W3CDTF">2026-01-15T16:32:21Z</dcterms:created>
  <dcterms:modified xsi:type="dcterms:W3CDTF">2026-01-20T10:51:49Z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