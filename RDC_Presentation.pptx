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Reset Domain Crossing (RDC)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Concept, Issues, and Synchronizer Solution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Reset Domain Crossing (RDC)?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RDC occurs when signals cross between flip-flops using different reset signals.</a:t>
            </a:r>
          </a:p>
          <a:p>
            <a:r>
              <a:t>• Even if both flip-flops use the same clock, differing resets create unsafe crossings.</a:t>
            </a:r>
          </a:p>
          <a:p>
            <a:r>
              <a:t>• This can cause metastability, glitches, and functional failures.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RDC Happens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Reset A may de-assert at a different time than Reset B.</a:t>
            </a:r>
          </a:p>
          <a:p>
            <a:r>
              <a:t>• One flip-flop becomes active earlier and starts toggling while the other is still in reset.</a:t>
            </a:r>
          </a:p>
          <a:p>
            <a:r>
              <a:t>• When the second flop comes out of reset, it samples unstable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Metastability in RDC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Setup or hold violation occurs when flop samples data in transition.</a:t>
            </a:r>
          </a:p>
          <a:p>
            <a:r>
              <a:t>• Output becomes unpredictable (between 0 and 1).</a:t>
            </a:r>
          </a:p>
          <a:p>
            <a:r>
              <a:t>• Can propagate errors and cause system failure.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Solution: Reset De-assertion Synchronizer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Use two flip-flops to synchronize reset release into clock domain.</a:t>
            </a:r>
          </a:p>
          <a:p>
            <a:r>
              <a:t>• Ensures clean reset removal.</a:t>
            </a:r>
          </a:p>
          <a:p>
            <a:r>
              <a:t>• Avoids metastability at reset release.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Reset Synchronizer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always_ff @(posedge clk or negedge rst_async)</a:t>
            </a:r>
          </a:p>
          <a:p>
            <a:r>
              <a:t>    if (!rst_async) sync1 &lt;= 1'b0;</a:t>
            </a:r>
          </a:p>
          <a:p>
            <a:r>
              <a:t>    else            sync1 &lt;= 1'b1;</a:t>
            </a:r>
          </a:p>
          <a:p/>
          <a:p>
            <a:r>
              <a:t>always_ff @(posedge clk or negedge rst_async)</a:t>
            </a:r>
          </a:p>
          <a:p>
            <a:r>
              <a:t>    if (!rst_async) sync2 &lt;= 1'b0;</a:t>
            </a:r>
          </a:p>
          <a:p>
            <a:r>
              <a:t>    else            sync2 &lt;= sync1;</a:t>
            </a:r>
          </a:p>
          <a:p/>
          <a:p>
            <a:r>
              <a:t>assign rst_sync = sync2;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