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JTAG (IEEE 1149.1)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Joint Test Action Group</a:t>
            </a:r>
          </a:p>
          <a:p>
            <a:r>
              <a:t>Boundary Scan &amp; Test Access 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JTAG?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JTAG stands for Joint Test Action Group</a:t>
            </a:r>
          </a:p>
          <a:p>
            <a:r>
              <a:t>• Standard test access &amp; boundary scan architecture</a:t>
            </a:r>
          </a:p>
          <a:p>
            <a:r>
              <a:t>• Used for testing, debugging, and programming ICs and PCBs</a:t>
            </a:r>
          </a:p>
          <a:p>
            <a:r>
              <a:t>• Defined under IEEE 1149.1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Controller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TAP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Instruction Register (IR)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Registers</a:t>
            </a:r>
          </a:p>
          <a:p>
            <a:r>
              <a:t>(Boundary Scan,</a:t>
            </a:r>
          </a:p>
          <a:p>
            <a:r>
              <a:t>Bypass, IDCODE)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828800.0"/>
            <a:ext cx="9144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2743200.0"/>
            <a:ext cx="9144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Scan Cell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Capture/Shift FF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64592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10312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Scan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BS Cell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BS Cell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19456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40480" y="18288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BS Cell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19456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94959" y="18288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BS Cell 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12080" y="2194560"/>
            <a:ext cx="182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