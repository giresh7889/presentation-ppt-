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JTAG (IEEE 1149.1)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Joint Test Action Group</a:t>
            </a:r>
          </a:p>
          <a:p>
            <a:r>
              <a:t>Boundary Scan &amp; Test Access 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JTAG?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JTAG stands for Joint Test Action Group</a:t>
            </a:r>
          </a:p>
          <a:p>
            <a:r>
              <a:t>• Standard test access &amp; boundary scan architecture</a:t>
            </a:r>
          </a:p>
          <a:p>
            <a:r>
              <a:t>• Used for testing, debugging, and programming ICs and PCBs</a:t>
            </a:r>
          </a:p>
          <a:p>
            <a:r>
              <a:t>• Defined under IEEE 1149.1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JTAG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IC complexity makes probing internal signals difficult</a:t>
            </a:r>
          </a:p>
          <a:p>
            <a:r>
              <a:t>• High-density packages like BGA/QFN limit access</a:t>
            </a:r>
          </a:p>
          <a:p>
            <a:r>
              <a:t>• JTAG enables:</a:t>
            </a:r>
          </a:p>
          <a:p>
            <a:r>
              <a:t>  - PCB interconnect testing</a:t>
            </a:r>
          </a:p>
          <a:p>
            <a:r>
              <a:t>  - Debugging</a:t>
            </a:r>
          </a:p>
          <a:p>
            <a:r>
              <a:t>  - Device programming</a:t>
            </a:r>
          </a:p>
          <a:p>
            <a:r>
              <a:t>  - Fault isolation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JTAG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Boundary Scan Testing</a:t>
            </a:r>
          </a:p>
          <a:p>
            <a:r>
              <a:t>• On-chip Debug</a:t>
            </a:r>
          </a:p>
          <a:p>
            <a:r>
              <a:t>• Firmware downloading</a:t>
            </a:r>
          </a:p>
          <a:p>
            <a:r>
              <a:t>• FPGA configuration</a:t>
            </a:r>
          </a:p>
          <a:p>
            <a:r>
              <a:t>• Flash/Memory programming</a:t>
            </a:r>
          </a:p>
          <a:p>
            <a:r>
              <a:t>• Production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JTAG Pins (TAP Interface)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Mandatory Pins:</a:t>
            </a:r>
          </a:p>
          <a:p>
            <a:r>
              <a:t>• TDI - Test Data In</a:t>
            </a:r>
          </a:p>
          <a:p>
            <a:r>
              <a:t>• TDO - Test Data Out</a:t>
            </a:r>
          </a:p>
          <a:p>
            <a:r>
              <a:t>• TCK - Test Clock</a:t>
            </a:r>
          </a:p>
          <a:p>
            <a:r>
              <a:t>• TMS - Test Mode Select</a:t>
            </a:r>
          </a:p>
          <a:p/>
          <a:p>
            <a:r>
              <a:t>Optional:</a:t>
            </a:r>
          </a:p>
          <a:p>
            <a:r>
              <a:t>• TRST - Test Reset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Boundary Scan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TAP Controller</a:t>
            </a:r>
          </a:p>
          <a:p>
            <a:r>
              <a:t>• Instruction Register (IR)</a:t>
            </a:r>
          </a:p>
          <a:p>
            <a:r>
              <a:t>• Data Registers:</a:t>
            </a:r>
          </a:p>
          <a:p>
            <a:r>
              <a:t>  - Boundary Scan Register</a:t>
            </a:r>
          </a:p>
          <a:p>
            <a:r>
              <a:t>  - Bypass Register</a:t>
            </a:r>
          </a:p>
          <a:p>
            <a:r>
              <a:t>  - IDCODE Register</a:t>
            </a:r>
          </a:p>
          <a:p>
            <a:r>
              <a:t>• TDI → Register chain → TDO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Boundary Scan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Each I/O pin has a Boundary Scan Cell (BSC)</a:t>
            </a:r>
          </a:p>
          <a:p>
            <a:r>
              <a:t>• BSC can capture and override pin values</a:t>
            </a:r>
          </a:p>
          <a:p>
            <a:r>
              <a:t>• Enables PCB testing without physical probing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JTAG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BYPASS – bypass register</a:t>
            </a:r>
          </a:p>
          <a:p>
            <a:r>
              <a:t>• EXTEST – external interconnect test</a:t>
            </a:r>
          </a:p>
          <a:p>
            <a:r>
              <a:t>• SAMPLE/PRELOAD – sample or preload values</a:t>
            </a:r>
          </a:p>
          <a:p>
            <a:r>
              <a:t>• IDCODE – read device ID</a:t>
            </a:r>
          </a:p>
          <a:p>
            <a:r>
              <a:t>• INTEST – internal logic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TAP Controller State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16-state FSM</a:t>
            </a:r>
          </a:p>
          <a:p>
            <a:r>
              <a:t>• Driven by TCK and TMS</a:t>
            </a:r>
          </a:p>
          <a:p>
            <a:r>
              <a:t>• IR and DR paths for shifting instructions/data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JTAG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Non-invasive testing</a:t>
            </a:r>
          </a:p>
          <a:p>
            <a:r>
              <a:t>• Low test cost</a:t>
            </a:r>
          </a:p>
          <a:p>
            <a:r>
              <a:t>• Supports debug &amp; programming</a:t>
            </a:r>
          </a:p>
          <a:p>
            <a:r>
              <a:t>• Internal access without probing</a:t>
            </a:r>
          </a:p>
          <a:p>
            <a:r>
              <a:t>• Essential for modern IC 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ASIC/FPGA debugging</a:t>
            </a:r>
          </a:p>
          <a:p>
            <a:r>
              <a:t>• Board bring-up</a:t>
            </a:r>
          </a:p>
          <a:p>
            <a:r>
              <a:t>• Production test</a:t>
            </a:r>
          </a:p>
          <a:p>
            <a:r>
              <a:t>• Tools: Vivado, Quartus, OpenOCD, J-Link, Lauterbach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JTAG = IEEE 1149.1 boundary scan standard</a:t>
            </a:r>
          </a:p>
          <a:p>
            <a:r>
              <a:t>• Provides test, debug &amp; programming access</a:t>
            </a:r>
          </a:p>
          <a:p>
            <a:r>
              <a:t>• Uses TAP + boundary scan cells</a:t>
            </a:r>
          </a:p>
          <a:p>
            <a:r>
              <a:t>• Critical for DFT &amp; PCB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