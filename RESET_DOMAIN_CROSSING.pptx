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40768" y="-164456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76906" y="-633119"/>
            <a:ext cx="11553237" cy="115532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82186" y="4109913"/>
            <a:ext cx="13284511" cy="139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6"/>
              </a:lnSpc>
              <a:spcBef>
                <a:spcPct val="0"/>
              </a:spcBef>
            </a:pPr>
            <a:r>
              <a:rPr lang="en-US" b="true" sz="77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RESET DOMAIN CROSSING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65032" y="5808943"/>
            <a:ext cx="631882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BODDU GIRESH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CHIPWEAVE TECHNOLOGIES PVT LTD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2194" y="7735341"/>
            <a:ext cx="2003612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Explore Now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41802" y="2414167"/>
            <a:ext cx="6617498" cy="5552307"/>
          </a:xfrm>
          <a:custGeom>
            <a:avLst/>
            <a:gdLst/>
            <a:ahLst/>
            <a:cxnLst/>
            <a:rect r="r" b="b" t="t" l="l"/>
            <a:pathLst>
              <a:path h="5552307" w="6617498">
                <a:moveTo>
                  <a:pt x="0" y="0"/>
                </a:moveTo>
                <a:lnTo>
                  <a:pt x="6617498" y="0"/>
                </a:lnTo>
                <a:lnTo>
                  <a:pt x="6617498" y="5552307"/>
                </a:lnTo>
                <a:lnTo>
                  <a:pt x="0" y="55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4112" y="1298172"/>
            <a:ext cx="3448990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Reset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4112" y="1971439"/>
            <a:ext cx="3448990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Reset Removal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52641"/>
            <a:ext cx="3448990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Reset Recovery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5236" y="4223969"/>
            <a:ext cx="7057851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Reset how much time stable before passing positive edge of clock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324597"/>
            <a:ext cx="3448990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Reset Removal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5236" y="5995925"/>
            <a:ext cx="7057851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Reset how much time stable after passing positive edge of clock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94253" y="1370989"/>
            <a:ext cx="7797546" cy="5353027"/>
          </a:xfrm>
          <a:custGeom>
            <a:avLst/>
            <a:gdLst/>
            <a:ahLst/>
            <a:cxnLst/>
            <a:rect r="r" b="b" t="t" l="l"/>
            <a:pathLst>
              <a:path h="5353027" w="7797546">
                <a:moveTo>
                  <a:pt x="0" y="0"/>
                </a:moveTo>
                <a:lnTo>
                  <a:pt x="7797546" y="0"/>
                </a:lnTo>
                <a:lnTo>
                  <a:pt x="7797546" y="5353027"/>
                </a:lnTo>
                <a:lnTo>
                  <a:pt x="0" y="5353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16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62521" y="553240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RDC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4901" y="1973081"/>
            <a:ext cx="7057851" cy="130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Reset Domain crossing(RDC) occurs when one reset domain interact with another reset Domain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901" y="3725286"/>
            <a:ext cx="7057851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even if both flops are using same clock if their resets are different that is an RDC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53154" y="-591896"/>
            <a:ext cx="12346817" cy="123468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Reset Domain crossing(RDC) occurs when one reset domain interact with another reset Domain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Reset Domain crossing(RDC) occurs when one reset domain interact with another reset Domain 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895350"/>
            <a:ext cx="8822800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why RDC is important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7815" y="1973081"/>
            <a:ext cx="14629020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When the reset of one flip flop de-asserts  earlier than another flip flop it can </a:t>
            </a:r>
          </a:p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cause of Metastability, Unknown ,Functional failures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4210" y="3296938"/>
            <a:ext cx="8822800" cy="67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62" indent="-405981" lvl="1">
              <a:lnSpc>
                <a:spcPts val="5265"/>
              </a:lnSpc>
              <a:buFont typeface="Arial"/>
              <a:buChar char="•"/>
            </a:pPr>
            <a:r>
              <a:rPr lang="en-US" b="true" sz="37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Metastability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54841" y="4078731"/>
            <a:ext cx="14629020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Because a flop in reset domain A becomes active while the flop driving it in reset domain B is still held in reset.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210" y="5038725"/>
            <a:ext cx="8822800" cy="67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62" indent="-405981" lvl="1">
              <a:lnSpc>
                <a:spcPts val="5265"/>
              </a:lnSpc>
              <a:buFont typeface="Arial"/>
              <a:buChar char="•"/>
            </a:pPr>
            <a:r>
              <a:rPr lang="en-US" b="true" sz="37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Unknown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4841" y="5829025"/>
            <a:ext cx="14629020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Because combinational paths may generate invalid values when upstream logic isn’t initialized yet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786779"/>
            <a:ext cx="8822800" cy="67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62" indent="-405981" lvl="1">
              <a:lnSpc>
                <a:spcPts val="5265"/>
              </a:lnSpc>
              <a:buFont typeface="Arial"/>
              <a:buChar char="•"/>
            </a:pPr>
            <a:r>
              <a:rPr lang="en-US" b="true" sz="37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failures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4841" y="7719954"/>
            <a:ext cx="14629020" cy="8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Design behaves unpredictably during reset release.</a:t>
            </a:r>
          </a:p>
          <a:p>
            <a:pPr algn="l">
              <a:lnSpc>
                <a:spcPts val="34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55826"/>
            <a:ext cx="14608140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RDC (RESET DOMAIN CROSSING )TECHNIQUES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0963" y="1548807"/>
            <a:ext cx="14041489" cy="44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to fix this reset domain crossing in these methods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0455" y="4580694"/>
            <a:ext cx="14608140" cy="70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553" indent="-416776" lvl="1">
              <a:lnSpc>
                <a:spcPts val="5405"/>
              </a:lnSpc>
              <a:buFont typeface="Arial"/>
              <a:buChar char="•"/>
            </a:pPr>
            <a:r>
              <a:rPr lang="en-US" b="true" sz="38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Add gating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0455" y="3706467"/>
            <a:ext cx="14608140" cy="70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551" indent="-416776" lvl="1">
              <a:lnSpc>
                <a:spcPts val="5405"/>
              </a:lnSpc>
              <a:buFont typeface="Arial"/>
              <a:buChar char="•"/>
            </a:pPr>
            <a:r>
              <a:rPr lang="en-US" b="true" sz="38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Use handshake or valid signal after reset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0455" y="2671057"/>
            <a:ext cx="14608140" cy="70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553" indent="-416776" lvl="1">
              <a:lnSpc>
                <a:spcPts val="5405"/>
              </a:lnSpc>
              <a:buFont typeface="Arial"/>
              <a:buChar char="•"/>
            </a:pPr>
            <a:r>
              <a:rPr lang="en-US" b="true" sz="38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Synchronizer reset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714052" y="3167392"/>
            <a:ext cx="8253632" cy="3989255"/>
          </a:xfrm>
          <a:custGeom>
            <a:avLst/>
            <a:gdLst/>
            <a:ahLst/>
            <a:cxnLst/>
            <a:rect r="r" b="b" t="t" l="l"/>
            <a:pathLst>
              <a:path h="3989255" w="8253632">
                <a:moveTo>
                  <a:pt x="0" y="0"/>
                </a:moveTo>
                <a:lnTo>
                  <a:pt x="8253632" y="0"/>
                </a:lnTo>
                <a:lnTo>
                  <a:pt x="8253632" y="3989256"/>
                </a:lnTo>
                <a:lnTo>
                  <a:pt x="0" y="3989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776" y="582294"/>
            <a:ext cx="7535528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Synchronizer reset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1244" y="2907929"/>
            <a:ext cx="2063297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4802" y="1497440"/>
            <a:ext cx="9023939" cy="84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Use two flip-flops to synchronize reset release into clock domain Avoids metastability at reset release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6695" y="6866356"/>
            <a:ext cx="2063297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5238" y="3599916"/>
            <a:ext cx="6554606" cy="500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module reset_sync(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        input logic clk,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        input logic rst_async,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        output logic rst_sync);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   logic sync1,sync2;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always_ff @(posedge clk or negedge rst_async)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                if(!rst_async) sync1 &lt;= 1'b0;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                 else                  sync1 &lt;= 1'b1;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always_ff @(posedge clk or negedge rst_async)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if(!rst_async) sync2&lt;= 1'b0;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else                   sync2 &lt;= sync1;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assign  rst_sync = sync2;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endmodule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6487" y="1923143"/>
            <a:ext cx="12641308" cy="42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Here we add valid signal when ever valid is high that  time flopa samples flopb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3660" y="2405109"/>
            <a:ext cx="10730354" cy="8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FLOP_A : generates data + valid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FLOP_B  : accepts data when valid is high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8534" y="3817984"/>
            <a:ext cx="8726008" cy="293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FLOP_A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always_ff @(posedge clk or negedge rst_n1)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FLOP_A &lt;= (!rst_n1) ? 1'b0 : data in;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a_valid &lt;= (!rst_n1) ? 1'b0 : 1'b1;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FLOP_B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always_ff @(posedge clk or negedge rst_n2)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FLOB_B &lt;= (!rst_n2) ? 1'b0 : a_valid ? FLOP_A : FLOP_B;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670" y="1050214"/>
            <a:ext cx="1338124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Use handshake or valid signal after reset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08923" y="4414504"/>
            <a:ext cx="10372125" cy="5736538"/>
          </a:xfrm>
          <a:custGeom>
            <a:avLst/>
            <a:gdLst/>
            <a:ahLst/>
            <a:cxnLst/>
            <a:rect r="r" b="b" t="t" l="l"/>
            <a:pathLst>
              <a:path h="5736538" w="10372125">
                <a:moveTo>
                  <a:pt x="0" y="0"/>
                </a:moveTo>
                <a:lnTo>
                  <a:pt x="10372125" y="0"/>
                </a:lnTo>
                <a:lnTo>
                  <a:pt x="10372125" y="5736539"/>
                </a:lnTo>
                <a:lnTo>
                  <a:pt x="0" y="5736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1889" y="895350"/>
            <a:ext cx="3739689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clock gating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937" y="2145304"/>
            <a:ext cx="11893298" cy="297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248" indent="-262124" lvl="1">
              <a:lnSpc>
                <a:spcPts val="3399"/>
              </a:lnSpc>
              <a:buFont typeface="Arial"/>
              <a:buChar char="•"/>
            </a:pPr>
            <a:r>
              <a:rPr lang="en-US" sz="2428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When gated clock = 0 → flop does NOT toggle → so it will NOT go metastable.</a:t>
            </a:r>
          </a:p>
          <a:p>
            <a:pPr algn="l" marL="524248" indent="-262124" lvl="1">
              <a:lnSpc>
                <a:spcPts val="3399"/>
              </a:lnSpc>
              <a:buFont typeface="Arial"/>
              <a:buChar char="•"/>
            </a:pPr>
            <a:r>
              <a:rPr lang="en-US" sz="2428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Reset must de-assert fully first, become stable, and then only the gated clock should be enabled.</a:t>
            </a:r>
          </a:p>
          <a:p>
            <a:pPr algn="l" marL="524248" indent="-262124" lvl="1">
              <a:lnSpc>
                <a:spcPts val="3399"/>
              </a:lnSpc>
              <a:buFont typeface="Arial"/>
              <a:buChar char="•"/>
            </a:pPr>
            <a:r>
              <a:rPr lang="en-US" sz="2428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After clock resumes, the flop samples clean and stable value → hence NO metastability.</a:t>
            </a:r>
          </a:p>
          <a:p>
            <a:pPr algn="l">
              <a:lnSpc>
                <a:spcPts val="3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92826" y="1028700"/>
            <a:ext cx="13648016" cy="136480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85759" y="2602782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340216" y="2076089"/>
            <a:ext cx="11553237" cy="1155323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955480" y="3747894"/>
            <a:ext cx="6322709" cy="32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b="true" sz="11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1950"/>
              </a:lnSpc>
            </a:pPr>
            <a:r>
              <a:rPr lang="en-US" b="true" sz="11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DAG6-iu31Js</dc:identifier>
  <dcterms:modified xsi:type="dcterms:W3CDTF">2011-08-01T06:04:30Z</dcterms:modified>
  <cp:revision>1</cp:revision>
  <dc:title>RESET DOMAIN CROSSING</dc:title>
</cp:coreProperties>
</file>